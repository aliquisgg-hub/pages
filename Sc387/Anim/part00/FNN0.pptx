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26" y="-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3233B6-1A38-4CBA-969D-9391D81C7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11F10BF-510E-4957-8C31-850502718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50EAB-55AA-4C63-B343-D5B1A189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08CE56-F6CE-48A4-8D6C-C13E8BE6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0940EA-577A-4F38-974D-6047CCFD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882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ACE7C4-09A8-447D-B2C8-65F0B316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D46850-2BAA-46D0-B9AE-23306F0BC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46066B-9A2F-41CF-9C35-36BF210E8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A964A7-B939-4682-AACF-45094D9F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135892-93B6-4AFE-85F2-B90BAEA15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56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B21DD-71FF-4CB3-AA1B-F83A1E8B5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B6A2A7-ACE6-4C20-B472-BFC155C05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243DFF-F6BA-4F94-BEF5-6FBF4EFB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2A8504-0400-4148-9EA1-126ECED9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14290F-5873-4D75-B768-C3E24241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60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2E030A-38C8-4EC5-A07E-3338BE49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DE81FE-A2D0-42AB-9D8A-385C326C4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026C6A-5B69-40BE-86A9-56DC77E7B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CBFBE3-1B2B-4C88-8178-D975255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821D36-3945-4849-8038-5403DD8D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97DA6B-4085-4340-AA15-E66B7DB7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60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A298C-5103-4B31-A95E-97D6A47B7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317C65-6320-496A-B5F1-916DA179B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9BCE0C-9619-4DA4-A4EF-2C8576450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220A1F-7CEF-4D0A-96BE-14058FDA6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6876BF-400A-4524-8405-C703062C3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FEA0F4F-FEC0-4178-8D1F-2EB185281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61E56D2-3168-4F77-BCD5-DB74A0A17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9AD5789-FA29-4BAB-8933-689FEB2E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53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5FAB4F-F55B-4FF7-8E12-36CA359F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298843-66E2-4E94-8AB2-43EC0CE57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293213-DAA3-4532-9E20-72BD047B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0CEE212-F4EC-4A0F-9C7C-50D70D0B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6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8134771-4284-44AF-8F91-2665D5DBA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431CC9-12F1-4EC5-B6C6-662E40DF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1387C4-400D-49D3-B1D6-2B2B0BAE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348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6C4DF0-FC6B-4AAE-A1CA-C27BCBB3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9D48C7-F94D-4C1D-8573-909CE61FB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346D48-A239-4297-B22D-5DD7D9557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C5751F-17B1-4902-A893-584B499B2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42291F-7D2B-4028-A599-74136FCFE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5484AE-48E8-48D5-919B-320F7991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496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9C257F-079A-47FD-ADC7-A492E288D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B48EAC5-6C3B-4DDA-A571-70F5885FD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362167-4E56-48FF-BB66-91256AA5C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5892F0-AA27-4C33-A083-E105D39C6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A8CBCC-068C-459B-8868-0F62C0FB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A1D234-E915-4BAF-84C0-159E4794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122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B77E89-C44D-4FA5-A1AC-4E5E8662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A5243F-288D-45E8-94A3-2E06E562C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6B9782-B921-45D6-9AFC-745207BC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4F55FE-0760-42AB-A6B0-0B91660B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B77FDB-426B-4A3C-802B-536B4906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06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C6D4D30-DD9F-405D-A46D-F8CDAF116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D98A88-22DE-4EB0-AA54-1BCA4EBBD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5CDBFF-588C-412B-BC8A-33967F3C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1A4E8C-7B88-4341-A944-0F702EE1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5F13B9-8180-4477-81F8-C08FEC00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305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3F36DE-6352-4419-B8A0-20FF86DEE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10D231-A29E-41E6-895D-B9FF29083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4A90DE-5471-46BA-8395-B978ACA7B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98D48-B971-4AAE-9F81-312A45E32322}" type="datetimeFigureOut">
              <a:rPr kumimoji="1" lang="ja-JP" altLang="en-US" smtClean="0"/>
              <a:t>2021/4/1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C9823D-21B5-4148-8DE3-7E7E0E8A5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A36EFF-0230-4849-AA24-CDD78D53D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0D03B-577A-48AE-8498-014245C92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02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44FE7A-FED9-4937-9158-53A4E4EABDD7}"/>
              </a:ext>
            </a:extLst>
          </p:cNvPr>
          <p:cNvSpPr txBox="1"/>
          <p:nvPr/>
        </p:nvSpPr>
        <p:spPr>
          <a:xfrm>
            <a:off x="1266002" y="1959714"/>
            <a:ext cx="553998" cy="286232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sz="2400" dirty="0"/>
              <a:t>入力（刺激／質問）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F2C671-A7B9-4448-8D69-C6D31C400996}"/>
              </a:ext>
            </a:extLst>
          </p:cNvPr>
          <p:cNvSpPr txBox="1"/>
          <p:nvPr/>
        </p:nvSpPr>
        <p:spPr>
          <a:xfrm>
            <a:off x="5327667" y="1959714"/>
            <a:ext cx="553998" cy="286232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400" dirty="0"/>
              <a:t>出</a:t>
            </a:r>
            <a:r>
              <a:rPr kumimoji="1" lang="ja-JP" altLang="en-US" sz="2400" dirty="0"/>
              <a:t>力（反応／応答）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E26F800-B536-42D4-A967-A12038196E20}"/>
              </a:ext>
            </a:extLst>
          </p:cNvPr>
          <p:cNvSpPr>
            <a:spLocks noChangeAspect="1"/>
          </p:cNvSpPr>
          <p:nvPr/>
        </p:nvSpPr>
        <p:spPr>
          <a:xfrm>
            <a:off x="2540000" y="2670875"/>
            <a:ext cx="2160000" cy="14400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神経回路</a:t>
            </a:r>
            <a:endParaRPr kumimoji="1" lang="en-US" altLang="ja-JP" sz="2400" dirty="0"/>
          </a:p>
          <a:p>
            <a:pPr algn="ctr"/>
            <a:r>
              <a:rPr kumimoji="1" lang="ja-JP" altLang="en-US" sz="2400" dirty="0"/>
              <a:t>モデル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2A1EC209-9847-429D-84E7-BDA3FD7395A8}"/>
              </a:ext>
            </a:extLst>
          </p:cNvPr>
          <p:cNvSpPr/>
          <p:nvPr/>
        </p:nvSpPr>
        <p:spPr>
          <a:xfrm>
            <a:off x="1820000" y="3030875"/>
            <a:ext cx="720000" cy="7200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B32EE6C9-94A8-48F4-97AD-5AB35F01FD8C}"/>
              </a:ext>
            </a:extLst>
          </p:cNvPr>
          <p:cNvSpPr/>
          <p:nvPr/>
        </p:nvSpPr>
        <p:spPr>
          <a:xfrm>
            <a:off x="4700745" y="3030875"/>
            <a:ext cx="720000" cy="7200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D33824F-3C05-44EB-A19C-7C1E24B25D4F}"/>
              </a:ext>
            </a:extLst>
          </p:cNvPr>
          <p:cNvSpPr txBox="1"/>
          <p:nvPr/>
        </p:nvSpPr>
        <p:spPr>
          <a:xfrm>
            <a:off x="7135509" y="1959714"/>
            <a:ext cx="923330" cy="2862322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>
            <a:spAutoFit/>
          </a:bodyPr>
          <a:lstStyle/>
          <a:p>
            <a:r>
              <a:rPr lang="ja-JP" altLang="en-US" sz="2400" dirty="0"/>
              <a:t>正しい出</a:t>
            </a:r>
            <a:r>
              <a:rPr kumimoji="1" lang="ja-JP" altLang="en-US" sz="2400" dirty="0"/>
              <a:t>力</a:t>
            </a:r>
            <a:endParaRPr kumimoji="1" lang="en-US" altLang="ja-JP" sz="2400" dirty="0"/>
          </a:p>
          <a:p>
            <a:r>
              <a:rPr kumimoji="1" lang="ja-JP" altLang="en-US" sz="2400" dirty="0"/>
              <a:t>（期待される出力）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74A516A7-35EF-4CE4-B432-4CFBC0FA22D4}"/>
              </a:ext>
            </a:extLst>
          </p:cNvPr>
          <p:cNvGrpSpPr/>
          <p:nvPr/>
        </p:nvGrpSpPr>
        <p:grpSpPr>
          <a:xfrm>
            <a:off x="5880920" y="3030875"/>
            <a:ext cx="1440000" cy="720000"/>
            <a:chOff x="5855520" y="2365854"/>
            <a:chExt cx="1440000" cy="720000"/>
          </a:xfrm>
        </p:grpSpPr>
        <p:sp>
          <p:nvSpPr>
            <p:cNvPr id="12" name="矢印: 右 11">
              <a:extLst>
                <a:ext uri="{FF2B5EF4-FFF2-40B4-BE49-F238E27FC236}">
                  <a16:creationId xmlns:a16="http://schemas.microsoft.com/office/drawing/2014/main" id="{057402BD-DE72-467A-8282-3E6EB4F883C8}"/>
                </a:ext>
              </a:extLst>
            </p:cNvPr>
            <p:cNvSpPr/>
            <p:nvPr/>
          </p:nvSpPr>
          <p:spPr>
            <a:xfrm>
              <a:off x="6575520" y="2365854"/>
              <a:ext cx="720000" cy="72000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3" name="矢印: 右 12">
              <a:extLst>
                <a:ext uri="{FF2B5EF4-FFF2-40B4-BE49-F238E27FC236}">
                  <a16:creationId xmlns:a16="http://schemas.microsoft.com/office/drawing/2014/main" id="{10490D49-00BF-4508-9971-AE37F8D9C534}"/>
                </a:ext>
              </a:extLst>
            </p:cNvPr>
            <p:cNvSpPr/>
            <p:nvPr/>
          </p:nvSpPr>
          <p:spPr>
            <a:xfrm flipH="1">
              <a:off x="5855520" y="2365854"/>
              <a:ext cx="720000" cy="72000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</p:grpSp>
      <p:sp>
        <p:nvSpPr>
          <p:cNvPr id="14" name="矢印: 右 13">
            <a:extLst>
              <a:ext uri="{FF2B5EF4-FFF2-40B4-BE49-F238E27FC236}">
                <a16:creationId xmlns:a16="http://schemas.microsoft.com/office/drawing/2014/main" id="{7ABACA48-F79C-4134-94A0-335BDB3E4271}"/>
              </a:ext>
            </a:extLst>
          </p:cNvPr>
          <p:cNvSpPr/>
          <p:nvPr/>
        </p:nvSpPr>
        <p:spPr>
          <a:xfrm rot="5400000">
            <a:off x="5933438" y="3668777"/>
            <a:ext cx="1334965" cy="46166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9F9C99A-0BC9-47D5-A21D-65B0419613F9}"/>
              </a:ext>
            </a:extLst>
          </p:cNvPr>
          <p:cNvSpPr txBox="1"/>
          <p:nvPr/>
        </p:nvSpPr>
        <p:spPr>
          <a:xfrm>
            <a:off x="6277755" y="456708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誤差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A98B261-5DE5-42FD-A1B8-2E648EAB2CC7}"/>
              </a:ext>
            </a:extLst>
          </p:cNvPr>
          <p:cNvSpPr txBox="1"/>
          <p:nvPr/>
        </p:nvSpPr>
        <p:spPr>
          <a:xfrm>
            <a:off x="2399175" y="4871853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誤差を小さくするよう修正</a:t>
            </a:r>
          </a:p>
        </p:txBody>
      </p:sp>
      <p:sp>
        <p:nvSpPr>
          <p:cNvPr id="19" name="矢印: 折線 18">
            <a:extLst>
              <a:ext uri="{FF2B5EF4-FFF2-40B4-BE49-F238E27FC236}">
                <a16:creationId xmlns:a16="http://schemas.microsoft.com/office/drawing/2014/main" id="{E37B84F2-FFE9-4797-B896-C2E3225B9439}"/>
              </a:ext>
            </a:extLst>
          </p:cNvPr>
          <p:cNvSpPr/>
          <p:nvPr/>
        </p:nvSpPr>
        <p:spPr>
          <a:xfrm rot="16200000">
            <a:off x="4479810" y="3073906"/>
            <a:ext cx="749680" cy="2846214"/>
          </a:xfrm>
          <a:prstGeom prst="ben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684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29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miura</dc:creator>
  <cp:lastModifiedBy>miura</cp:lastModifiedBy>
  <cp:revision>3</cp:revision>
  <dcterms:created xsi:type="dcterms:W3CDTF">2021-04-01T01:49:47Z</dcterms:created>
  <dcterms:modified xsi:type="dcterms:W3CDTF">2021-04-01T02:11:30Z</dcterms:modified>
</cp:coreProperties>
</file>