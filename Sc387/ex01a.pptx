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57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6C5AF-5E1A-4F11-A6BD-BA4B4E6A0BC4}" type="datetimeFigureOut">
              <a:rPr kumimoji="1" lang="ja-JP" altLang="en-US" smtClean="0"/>
              <a:pPr/>
              <a:t>2018/11/11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CCF7E-1AB3-4B0A-9DB8-2F01694E8FC4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01865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ja-JP" altLang="en-US" dirty="0"/>
              <a:t>第</a:t>
            </a:r>
            <a:r>
              <a:rPr lang="en-US" altLang="ja-JP" dirty="0"/>
              <a:t>1</a:t>
            </a:r>
            <a:r>
              <a:rPr lang="ja-JP" altLang="en-US" dirty="0" smtClean="0"/>
              <a:t>回課題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sz="3200" dirty="0" smtClean="0"/>
              <a:t>4</a:t>
            </a:r>
            <a:r>
              <a:rPr lang="ja-JP" altLang="en-US" sz="3200" dirty="0" smtClean="0"/>
              <a:t>クイーン</a:t>
            </a:r>
            <a:r>
              <a:rPr lang="ja-JP" altLang="ja-JP" sz="3200" b="1" dirty="0" smtClean="0"/>
              <a:t>問題</a:t>
            </a:r>
            <a:r>
              <a:rPr lang="ja-JP" altLang="ja-JP" sz="3200" b="1" dirty="0"/>
              <a:t>（状態空間グラフバージョン</a:t>
            </a:r>
            <a:r>
              <a:rPr lang="ja-JP" altLang="ja-JP" sz="3200" b="1" dirty="0" smtClean="0"/>
              <a:t>）</a:t>
            </a:r>
            <a:r>
              <a:rPr lang="en-US" altLang="ja-JP" sz="3200" b="1" dirty="0" smtClean="0"/>
              <a:t/>
            </a:r>
            <a:br>
              <a:rPr lang="en-US" altLang="ja-JP" sz="3200" b="1" dirty="0" smtClean="0"/>
            </a:br>
            <a:r>
              <a:rPr lang="ja-JP" altLang="en-US" dirty="0" smtClean="0"/>
              <a:t>解説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解</a:t>
            </a:r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ctr"/>
            <a:r>
              <a:rPr kumimoji="1" lang="en-US" altLang="ja-JP" sz="3600" dirty="0" smtClean="0"/>
              <a:t>2413</a:t>
            </a:r>
            <a:endParaRPr kumimoji="1" lang="ja-JP" altLang="en-US" sz="3600" dirty="0"/>
          </a:p>
        </p:txBody>
      </p:sp>
      <p:graphicFrame>
        <p:nvGraphicFramePr>
          <p:cNvPr id="8" name="コンテンツ プレースホルダ 7"/>
          <p:cNvGraphicFramePr>
            <a:graphicFrameLocks noGrp="1"/>
          </p:cNvGraphicFramePr>
          <p:nvPr>
            <p:ph sz="half" idx="2"/>
          </p:nvPr>
        </p:nvGraphicFramePr>
        <p:xfrm>
          <a:off x="1043928" y="2277192"/>
          <a:ext cx="2880000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4000" dirty="0" smtClean="0"/>
                        <a:t>Q</a:t>
                      </a:r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4000" dirty="0" smtClean="0"/>
                        <a:t>Q</a:t>
                      </a:r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kumimoji="1" lang="ja-JP" altLang="en-US" sz="4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4000" dirty="0" smtClean="0"/>
                        <a:t>Q</a:t>
                      </a:r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kumimoji="1" lang="ja-JP" altLang="en-US" sz="4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4000" dirty="0" smtClean="0"/>
                        <a:t>Q</a:t>
                      </a:r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algn="ctr"/>
            <a:r>
              <a:rPr kumimoji="1" lang="en-US" altLang="ja-JP" sz="3600" dirty="0" smtClean="0"/>
              <a:t>3142</a:t>
            </a:r>
            <a:endParaRPr kumimoji="1" lang="ja-JP" altLang="en-US" sz="3600" dirty="0"/>
          </a:p>
        </p:txBody>
      </p:sp>
      <p:graphicFrame>
        <p:nvGraphicFramePr>
          <p:cNvPr id="9" name="コンテンツ プレースホルダ 8"/>
          <p:cNvGraphicFramePr>
            <a:graphicFrameLocks noGrp="1"/>
          </p:cNvGraphicFramePr>
          <p:nvPr>
            <p:ph sz="quarter" idx="4"/>
          </p:nvPr>
        </p:nvGraphicFramePr>
        <p:xfrm>
          <a:off x="5220072" y="2277192"/>
          <a:ext cx="2880000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4000" dirty="0" smtClean="0"/>
                        <a:t>Q</a:t>
                      </a:r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4000" dirty="0" smtClean="0"/>
                        <a:t>Q</a:t>
                      </a:r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4000" dirty="0" smtClean="0"/>
                        <a:t>Q</a:t>
                      </a:r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endParaRPr kumimoji="1" lang="ja-JP" altLang="en-US" sz="4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4000" dirty="0" smtClean="0"/>
                        <a:t>Q</a:t>
                      </a:r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4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1.</a:t>
            </a:r>
            <a:r>
              <a:rPr kumimoji="1" lang="ja-JP" altLang="en-US" dirty="0" smtClean="0"/>
              <a:t>（縦型探索）の例</a:t>
            </a:r>
            <a:endParaRPr kumimoji="1" lang="ja-JP" altLang="en-US" dirty="0"/>
          </a:p>
        </p:txBody>
      </p:sp>
      <p:pic>
        <p:nvPicPr>
          <p:cNvPr id="10" name="コンテンツ プレースホルダ 9" descr="4Qdfs.emf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3275856" y="1320731"/>
            <a:ext cx="5362120" cy="4772564"/>
          </a:xfrm>
          <a:prstGeom prst="rect">
            <a:avLst/>
          </a:prstGeom>
        </p:spPr>
      </p:pic>
      <p:sp>
        <p:nvSpPr>
          <p:cNvPr id="8" name="コンテンツ プレースホルダ 7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338936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ja-JP" sz="3200" dirty="0" smtClean="0"/>
              <a:t>1234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→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2134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→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2314</a:t>
            </a:r>
            <a:r>
              <a:rPr lang="ja-JP" altLang="en-US" sz="3200" dirty="0" smtClean="0"/>
              <a:t> </a:t>
            </a:r>
            <a:endParaRPr lang="en-US" altLang="ja-JP" sz="3200" dirty="0" smtClean="0"/>
          </a:p>
          <a:p>
            <a:pPr>
              <a:buNone/>
            </a:pPr>
            <a:r>
              <a:rPr lang="en-US" altLang="ja-JP" sz="3200" dirty="0" smtClean="0"/>
              <a:t>→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3214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→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3124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→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1324</a:t>
            </a:r>
            <a:r>
              <a:rPr lang="ja-JP" altLang="en-US" sz="3200" dirty="0" smtClean="0"/>
              <a:t> </a:t>
            </a:r>
            <a:endParaRPr lang="en-US" altLang="ja-JP" sz="3200" dirty="0" smtClean="0"/>
          </a:p>
          <a:p>
            <a:pPr>
              <a:buNone/>
            </a:pPr>
            <a:r>
              <a:rPr lang="en-US" altLang="ja-JP" sz="3200" dirty="0" smtClean="0"/>
              <a:t>→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1342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→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3142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11560" y="3645024"/>
            <a:ext cx="2254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>
                <a:solidFill>
                  <a:srgbClr val="FF0000"/>
                </a:solidFill>
              </a:rPr>
              <a:t>赤字</a:t>
            </a:r>
            <a:r>
              <a:rPr lang="ja-JP" altLang="en-US" sz="2400" dirty="0" smtClean="0"/>
              <a:t>： 探索順序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4Qbfs.em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71227" y="3410725"/>
            <a:ext cx="6401546" cy="2394538"/>
          </a:xfrm>
          <a:prstGeom prst="rect">
            <a:avLst/>
          </a:prstGeom>
        </p:spPr>
      </p:pic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2.</a:t>
            </a:r>
            <a:r>
              <a:rPr lang="ja-JP" altLang="en-US" dirty="0" smtClean="0"/>
              <a:t>（横型</a:t>
            </a:r>
            <a:r>
              <a:rPr lang="ja-JP" altLang="en-US" dirty="0"/>
              <a:t>探索）の例</a:t>
            </a:r>
            <a:endParaRPr kumimoji="1" lang="ja-JP" altLang="en-US" dirty="0"/>
          </a:p>
        </p:txBody>
      </p:sp>
      <p:sp>
        <p:nvSpPr>
          <p:cNvPr id="6" name="コンテンツ プレースホルダ 5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pPr>
              <a:buNone/>
            </a:pPr>
            <a:r>
              <a:rPr lang="en-US" altLang="ja-JP" dirty="0" smtClean="0"/>
              <a:t>1234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2134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1324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1243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2314</a:t>
            </a:r>
            <a:r>
              <a:rPr lang="ja-JP" altLang="en-US" dirty="0" smtClean="0"/>
              <a:t> </a:t>
            </a:r>
            <a:endParaRPr lang="en-US" altLang="ja-JP" dirty="0" smtClean="0"/>
          </a:p>
          <a:p>
            <a:pPr>
              <a:buNone/>
            </a:pP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2143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3124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1324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1423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3214</a:t>
            </a:r>
            <a:r>
              <a:rPr lang="ja-JP" altLang="en-US" dirty="0" smtClean="0"/>
              <a:t> </a:t>
            </a:r>
            <a:endParaRPr lang="en-US" altLang="ja-JP" dirty="0" smtClean="0"/>
          </a:p>
          <a:p>
            <a:pPr>
              <a:buNone/>
            </a:pP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2341</a:t>
            </a:r>
            <a:r>
              <a:rPr lang="ja-JP" altLang="en-US" dirty="0" smtClean="0"/>
              <a:t> </a:t>
            </a:r>
            <a:r>
              <a:rPr lang="en-US" altLang="ja-JP" dirty="0" smtClean="0"/>
              <a:t>→</a:t>
            </a:r>
            <a:r>
              <a:rPr lang="ja-JP" altLang="en-US" dirty="0" smtClean="0"/>
              <a:t> </a:t>
            </a:r>
            <a:r>
              <a:rPr lang="en-US" altLang="ja-JP" dirty="0" smtClean="0"/>
              <a:t>2413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11560" y="3645024"/>
            <a:ext cx="2254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>
                <a:solidFill>
                  <a:srgbClr val="FF0000"/>
                </a:solidFill>
              </a:rPr>
              <a:t>赤字</a:t>
            </a:r>
            <a:r>
              <a:rPr lang="ja-JP" altLang="en-US" sz="2400" dirty="0" smtClean="0"/>
              <a:t>： 探索順序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76</Words>
  <Application>Microsoft Office PowerPoint</Application>
  <PresentationFormat>画面に合わせる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テーマ</vt:lpstr>
      <vt:lpstr>第1回課題 4クイーン問題（状態空間グラフバージョン） 解説</vt:lpstr>
      <vt:lpstr>解</vt:lpstr>
      <vt:lpstr>1.（縦型探索）の例</vt:lpstr>
      <vt:lpstr>2.（横型探索）の例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第1回課題 4クイーン問題（状態空間グラフバージョン） 解説</dc:title>
  <dc:creator>MIURA Kinya</dc:creator>
  <cp:lastModifiedBy>MIURA Kinya</cp:lastModifiedBy>
  <cp:revision>4</cp:revision>
  <dcterms:created xsi:type="dcterms:W3CDTF">2018-11-11T06:08:50Z</dcterms:created>
  <dcterms:modified xsi:type="dcterms:W3CDTF">2018-11-11T13:07:35Z</dcterms:modified>
</cp:coreProperties>
</file>