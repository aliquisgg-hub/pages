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62" r:id="rId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6C5AF-5E1A-4F11-A6BD-BA4B4E6A0BC4}" type="datetimeFigureOut">
              <a:rPr kumimoji="1" lang="ja-JP" altLang="en-US" smtClean="0"/>
              <a:pPr/>
              <a:t>2018/11/19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01865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ja-JP" altLang="en-US" dirty="0" smtClean="0"/>
              <a:t>第</a:t>
            </a:r>
            <a:r>
              <a:rPr lang="en-US" altLang="ja-JP" dirty="0" smtClean="0"/>
              <a:t>2</a:t>
            </a:r>
            <a:r>
              <a:rPr lang="ja-JP" altLang="en-US" dirty="0" smtClean="0"/>
              <a:t>回</a:t>
            </a:r>
            <a:r>
              <a:rPr lang="ja-JP" altLang="en-US" dirty="0" smtClean="0"/>
              <a:t>課題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sz="3200" dirty="0" smtClean="0"/>
              <a:t>4</a:t>
            </a:r>
            <a:r>
              <a:rPr lang="ja-JP" altLang="en-US" sz="3200" dirty="0" smtClean="0"/>
              <a:t>クイーン</a:t>
            </a:r>
            <a:r>
              <a:rPr lang="ja-JP" altLang="ja-JP" sz="3200" b="1" dirty="0" smtClean="0"/>
              <a:t>問題</a:t>
            </a:r>
            <a:r>
              <a:rPr lang="ja-JP" altLang="ja-JP" sz="3200" b="1" dirty="0"/>
              <a:t>（状態空間グラフバージョン</a:t>
            </a:r>
            <a:r>
              <a:rPr lang="ja-JP" altLang="ja-JP" sz="3200" b="1" dirty="0" smtClean="0"/>
              <a:t>）</a:t>
            </a:r>
            <a:r>
              <a:rPr lang="en-US" altLang="ja-JP" sz="3200" b="1" dirty="0" smtClean="0"/>
              <a:t/>
            </a:r>
            <a:br>
              <a:rPr lang="en-US" altLang="ja-JP" sz="3200" b="1" dirty="0" smtClean="0"/>
            </a:br>
            <a:r>
              <a:rPr lang="ja-JP" altLang="en-US" dirty="0" smtClean="0"/>
              <a:t>解説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評価値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ja-JP" dirty="0" smtClean="0"/>
              <a:t>盤面の静的</a:t>
            </a:r>
            <a:r>
              <a:rPr lang="ja-JP" altLang="ja-JP" dirty="0" smtClean="0"/>
              <a:t>評価値</a:t>
            </a:r>
            <a:r>
              <a:rPr lang="ja-JP" altLang="en-US" dirty="0" smtClean="0"/>
              <a:t>は</a:t>
            </a:r>
            <a:r>
              <a:rPr lang="ja-JP" altLang="ja-JP" dirty="0" smtClean="0"/>
              <a:t>，</a:t>
            </a:r>
            <a:r>
              <a:rPr lang="ja-JP" altLang="ja-JP" dirty="0" smtClean="0"/>
              <a:t>互いに斜め</a:t>
            </a:r>
            <a:r>
              <a:rPr lang="en-US" altLang="ja-JP" dirty="0" smtClean="0"/>
              <a:t>45</a:t>
            </a:r>
            <a:r>
              <a:rPr lang="ja-JP" altLang="en-US" dirty="0" smtClean="0"/>
              <a:t>度</a:t>
            </a:r>
            <a:r>
              <a:rPr lang="ja-JP" altLang="ja-JP" dirty="0" smtClean="0"/>
              <a:t>の</a:t>
            </a:r>
            <a:r>
              <a:rPr lang="ja-JP" altLang="ja-JP" dirty="0" smtClean="0"/>
              <a:t>位置関係にあるクイーンのペア</a:t>
            </a:r>
            <a:r>
              <a:rPr lang="ja-JP" altLang="ja-JP" dirty="0" smtClean="0"/>
              <a:t>の</a:t>
            </a:r>
            <a:r>
              <a:rPr lang="ja-JP" altLang="en-US" dirty="0" smtClean="0"/>
              <a:t>総</a:t>
            </a:r>
            <a:r>
              <a:rPr lang="ja-JP" altLang="ja-JP" dirty="0" smtClean="0"/>
              <a:t>数と</a:t>
            </a:r>
            <a:r>
              <a:rPr lang="ja-JP" altLang="en-US" dirty="0" smtClean="0"/>
              <a:t>する．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ヒューリスティック探索</a:t>
            </a:r>
            <a:endParaRPr kumimoji="1" lang="ja-JP" altLang="en-US" dirty="0"/>
          </a:p>
        </p:txBody>
      </p:sp>
      <p:sp>
        <p:nvSpPr>
          <p:cNvPr id="6" name="コンテンツ プレースホルダ 5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pPr>
              <a:buNone/>
            </a:pPr>
            <a:r>
              <a:rPr lang="en-US" altLang="ja-JP" dirty="0" smtClean="0"/>
              <a:t>1234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2134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2314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1324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3124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3142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1105104" y="2708920"/>
            <a:ext cx="6933793" cy="3315515"/>
            <a:chOff x="1691680" y="2708920"/>
            <a:chExt cx="6933793" cy="3315515"/>
          </a:xfrm>
        </p:grpSpPr>
        <p:pic>
          <p:nvPicPr>
            <p:cNvPr id="7" name="図 6" descr="4Qbfs.em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1760" y="2708920"/>
              <a:ext cx="6213713" cy="3315515"/>
            </a:xfrm>
            <a:prstGeom prst="rect">
              <a:avLst/>
            </a:prstGeom>
          </p:spPr>
        </p:pic>
        <p:sp>
          <p:nvSpPr>
            <p:cNvPr id="8" name="テキスト ボックス 7"/>
            <p:cNvSpPr txBox="1"/>
            <p:nvPr/>
          </p:nvSpPr>
          <p:spPr>
            <a:xfrm>
              <a:off x="1691680" y="2708920"/>
              <a:ext cx="225414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 smtClean="0">
                  <a:solidFill>
                    <a:srgbClr val="009900"/>
                  </a:solidFill>
                </a:rPr>
                <a:t>緑字</a:t>
              </a:r>
              <a:r>
                <a:rPr lang="ja-JP" altLang="en-US" sz="2400" dirty="0" smtClean="0"/>
                <a:t>： 評価値</a:t>
              </a:r>
              <a:endParaRPr lang="en-US" altLang="ja-JP" sz="2400" dirty="0" smtClean="0">
                <a:solidFill>
                  <a:srgbClr val="FF0000"/>
                </a:solidFill>
              </a:endParaRPr>
            </a:p>
            <a:p>
              <a:r>
                <a:rPr lang="ja-JP" altLang="en-US" sz="2400" dirty="0" smtClean="0">
                  <a:solidFill>
                    <a:srgbClr val="FF0000"/>
                  </a:solidFill>
                </a:rPr>
                <a:t>赤字</a:t>
              </a:r>
              <a:r>
                <a:rPr lang="ja-JP" altLang="en-US" sz="2400" dirty="0" smtClean="0"/>
                <a:t>： 探索</a:t>
              </a:r>
              <a:r>
                <a:rPr lang="ja-JP" altLang="en-US" sz="2400" dirty="0" smtClean="0"/>
                <a:t>順序</a:t>
              </a:r>
              <a:endParaRPr lang="en-US" altLang="ja-JP" sz="2400" dirty="0" smtClean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47</Words>
  <Application>Microsoft Office PowerPoint</Application>
  <PresentationFormat>画面に合わせる (4:3)</PresentationFormat>
  <Paragraphs>7</Paragraphs>
  <Slides>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Office テーマ</vt:lpstr>
      <vt:lpstr>第2回課題 4クイーン問題（状態空間グラフバージョン） 解説</vt:lpstr>
      <vt:lpstr>評価値</vt:lpstr>
      <vt:lpstr>ヒューリスティック探索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第1回課題 4クイーン問題（状態空間グラフバージョン） 解説</dc:title>
  <dc:creator>MIURA Kinya</dc:creator>
  <cp:lastModifiedBy>MIURA Kinya</cp:lastModifiedBy>
  <cp:revision>6</cp:revision>
  <dcterms:created xsi:type="dcterms:W3CDTF">2018-11-11T06:08:50Z</dcterms:created>
  <dcterms:modified xsi:type="dcterms:W3CDTF">2018-11-19T08:54:19Z</dcterms:modified>
</cp:coreProperties>
</file>