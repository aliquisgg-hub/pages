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95" r:id="rId3"/>
    <p:sldId id="261" r:id="rId4"/>
    <p:sldId id="263" r:id="rId5"/>
    <p:sldId id="269" r:id="rId6"/>
    <p:sldId id="265" r:id="rId7"/>
    <p:sldId id="293" r:id="rId8"/>
    <p:sldId id="270" r:id="rId9"/>
    <p:sldId id="286" r:id="rId10"/>
    <p:sldId id="271" r:id="rId11"/>
    <p:sldId id="287" r:id="rId12"/>
    <p:sldId id="272" r:id="rId13"/>
    <p:sldId id="273" r:id="rId14"/>
    <p:sldId id="274" r:id="rId15"/>
    <p:sldId id="275" r:id="rId16"/>
    <p:sldId id="276" r:id="rId17"/>
    <p:sldId id="278" r:id="rId18"/>
    <p:sldId id="277" r:id="rId19"/>
    <p:sldId id="288" r:id="rId20"/>
    <p:sldId id="289" r:id="rId21"/>
    <p:sldId id="290" r:id="rId22"/>
    <p:sldId id="291" r:id="rId23"/>
    <p:sldId id="292" r:id="rId24"/>
    <p:sldId id="280" r:id="rId25"/>
    <p:sldId id="281" r:id="rId26"/>
    <p:sldId id="282" r:id="rId27"/>
  </p:sldIdLst>
  <p:sldSz cx="12192000" cy="6858000"/>
  <p:notesSz cx="6858000" cy="9144000"/>
  <p:embeddedFontLst>
    <p:embeddedFont>
      <p:font typeface="游ゴシック" panose="020B0400000000000000" pitchFamily="50" charset="-128"/>
      <p:regular r:id="rId28"/>
      <p:bold r:id="rId29"/>
    </p:embeddedFont>
    <p:embeddedFont>
      <p:font typeface="游ゴシック Light" panose="020B0300000000000000" pitchFamily="50" charset="-128"/>
      <p:regular r:id="rId30"/>
    </p:embeddedFont>
  </p:embeddedFontLst>
  <p:custShowLst>
    <p:custShow name="印刷用" id="0">
      <p:sldLst>
        <p:sld r:id="rId2"/>
        <p:sld r:id="rId3"/>
        <p:sld r:id="rId4"/>
        <p:sld r:id="rId5"/>
        <p:sld r:id="rId6"/>
        <p:sld r:id="rId8"/>
        <p:sld r:id="rId9"/>
        <p:sld r:id="rId10"/>
        <p:sld r:id="rId11"/>
        <p:sld r:id="rId12"/>
        <p:sld r:id="rId13"/>
        <p:sld r:id="rId14"/>
        <p:sld r:id="rId15"/>
        <p:sld r:id="rId16"/>
        <p:sld r:id="rId17"/>
        <p:sld r:id="rId18"/>
        <p:sld r:id="rId19"/>
        <p:sld r:id="rId20"/>
        <p:sld r:id="rId21"/>
        <p:sld r:id="rId22"/>
        <p:sld r:id="rId23"/>
        <p:sld r:id="rId24"/>
        <p:sld r:id="rId25"/>
        <p:sld r:id="rId26"/>
        <p:sld r:id="rId27"/>
      </p:sldLst>
    </p:custShow>
  </p:custShow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201" autoAdjust="0"/>
  </p:normalViewPr>
  <p:slideViewPr>
    <p:cSldViewPr snapToGrid="0">
      <p:cViewPr varScale="1">
        <p:scale>
          <a:sx n="91" d="100"/>
          <a:sy n="91" d="100"/>
        </p:scale>
        <p:origin x="114" y="48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165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766C1F-81C3-4F28-9B0C-D31A28AC8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F034D60-60CA-489B-944D-8624BDB519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45C5A1-CA7A-4C90-8907-F02D34AB5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9939E-DA16-4ECC-9592-B4B489DDE0E9}" type="datetimeFigureOut">
              <a:rPr kumimoji="1" lang="ja-JP" altLang="en-US" smtClean="0"/>
              <a:pPr/>
              <a:t>2022/5/14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48935D-267E-404C-A4EE-83215253D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84691D-DA3B-4DA5-AF66-5E0357B0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2D5A-CCF2-4C92-A531-24F93A9435A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0630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9C03AA-911E-4FD1-8F10-C9DC2ECB8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CEAF70-3F8E-424D-838C-727A57721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29D78B-7050-496A-807C-8697C7181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9939E-DA16-4ECC-9592-B4B489DDE0E9}" type="datetimeFigureOut">
              <a:rPr kumimoji="1" lang="ja-JP" altLang="en-US" smtClean="0"/>
              <a:pPr/>
              <a:t>2022/5/14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7FEAE15-E234-430D-AFA0-51C4770F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6841D3-39C1-4F39-A44B-BB3D342DB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2D5A-CCF2-4C92-A531-24F93A9435A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5787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16716F-FF59-417B-83EC-6667D5CAD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2F147E-4B86-4DA5-9798-E1F61EE75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5CACAF-5E73-4B5A-9CE8-DC8A29395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9939E-DA16-4ECC-9592-B4B489DDE0E9}" type="datetimeFigureOut">
              <a:rPr kumimoji="1" lang="ja-JP" altLang="en-US" smtClean="0"/>
              <a:pPr/>
              <a:t>2022/5/14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0032A89-1E79-4246-8C86-BC07D2A74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9617BC-C05D-4163-8FED-0F3035425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2D5A-CCF2-4C92-A531-24F93A9435A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2154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A48AF0-D761-47F5-B7AD-07CA54944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640D0A-96CB-4189-B3D5-15EF62853A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F50060B-1D5A-4DAC-98BB-B211D69AD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1D31968-5F73-4F32-A5C7-57A1A18E6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9939E-DA16-4ECC-9592-B4B489DDE0E9}" type="datetimeFigureOut">
              <a:rPr kumimoji="1" lang="ja-JP" altLang="en-US" smtClean="0"/>
              <a:pPr/>
              <a:t>2022/5/14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A17D522-0FA7-46BE-8DC2-7DE0A882D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816AE82-E2AA-4E7B-9F30-4F82C9AD6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2D5A-CCF2-4C92-A531-24F93A9435A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4764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88DF0B-5322-4D04-8C40-DEED4248D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F0FEAD7-60D0-49F6-B412-524534663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807E81E-A77A-44DA-8386-68FC27D1D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42F3156-59AF-4900-8FA8-B9CBDF50E9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9F880DC-4233-4E99-ACF2-8194102F3B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4586758-939F-48FB-B6C9-6EAF20BDD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9939E-DA16-4ECC-9592-B4B489DDE0E9}" type="datetimeFigureOut">
              <a:rPr kumimoji="1" lang="ja-JP" altLang="en-US" smtClean="0"/>
              <a:pPr/>
              <a:t>2022/5/14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CD3B8C1-80EE-49B6-9938-CA1BAB6A1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5A64BEF-A059-4C58-B728-B737A5640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2D5A-CCF2-4C92-A531-24F93A9435A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4646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5213C7-5998-46DA-8D14-8271EDBCA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F37363A-02CF-4B8F-855B-A67FA719D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9939E-DA16-4ECC-9592-B4B489DDE0E9}" type="datetimeFigureOut">
              <a:rPr kumimoji="1" lang="ja-JP" altLang="en-US" smtClean="0"/>
              <a:pPr/>
              <a:t>2022/5/14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3CEC41A-FC19-4492-90FD-2120911BF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6B56229-425B-4C4B-A506-F9C57C670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2D5A-CCF2-4C92-A531-24F93A9435A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2911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30FFC28-5EAA-4FFD-821B-DC5A9434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9939E-DA16-4ECC-9592-B4B489DDE0E9}" type="datetimeFigureOut">
              <a:rPr kumimoji="1" lang="ja-JP" altLang="en-US" smtClean="0"/>
              <a:pPr/>
              <a:t>2022/5/14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33B701D-52FC-497F-A687-C2B3F8D2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5C8E31F-FE6F-4C1F-A1D0-EDB591EAE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2D5A-CCF2-4C92-A531-24F93A9435A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8688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ECB007-B507-48AD-8BC1-7FB20BABE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D2C671-B56A-4D0C-8BB3-DF507AAED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9D08ADE-32E2-4530-8B04-63F995D0CE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FF5AFAF-0E1F-4D66-8824-18945890E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9939E-DA16-4ECC-9592-B4B489DDE0E9}" type="datetimeFigureOut">
              <a:rPr kumimoji="1" lang="ja-JP" altLang="en-US" smtClean="0"/>
              <a:pPr/>
              <a:t>2022/5/14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A40D48D-E677-481E-84B1-7FC7357B8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532E314-AA99-4064-BABC-6C77F011D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2D5A-CCF2-4C92-A531-24F93A9435A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7329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CD32D0-5D8F-4BD2-B14E-5B2285396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BC94570-9B01-4E4A-8FAE-57B04209B0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2C494B9-5235-41B8-BAB6-4C2792B46D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AE50842-A64C-4961-9377-596806DD8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9939E-DA16-4ECC-9592-B4B489DDE0E9}" type="datetimeFigureOut">
              <a:rPr kumimoji="1" lang="ja-JP" altLang="en-US" smtClean="0"/>
              <a:pPr/>
              <a:t>2022/5/14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9CC7329-092E-4EF8-BF02-580C300AF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0F2ED3A-5457-4A36-80A4-83FC8631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2D5A-CCF2-4C92-A531-24F93A9435A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085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60CFC5-D8D9-4ADE-ACF9-0AD01C099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BB05F48-C747-480D-BEF1-C2D8D37285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14E826-25A1-42EA-A0E8-E58B5A405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9939E-DA16-4ECC-9592-B4B489DDE0E9}" type="datetimeFigureOut">
              <a:rPr kumimoji="1" lang="ja-JP" altLang="en-US" smtClean="0"/>
              <a:pPr/>
              <a:t>2022/5/14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D4DF6C7-5A14-4F33-B73E-18BC21E43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59261E-5F18-4374-846C-DE7336FAE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2D5A-CCF2-4C92-A531-24F93A9435A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1137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BF30890-981A-417E-8F4F-0EB5531D3A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F958BD6-41CF-4516-999F-EF73608553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B134F4-14D4-4B15-ADE4-674C704BC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9939E-DA16-4ECC-9592-B4B489DDE0E9}" type="datetimeFigureOut">
              <a:rPr kumimoji="1" lang="ja-JP" altLang="en-US" smtClean="0"/>
              <a:pPr/>
              <a:t>2022/5/14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4C373B-C158-44DC-989D-B918B49BC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0A6D7B-0F51-4A38-A2A3-1B27F2783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2D5A-CCF2-4C92-A531-24F93A9435A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3471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6E4AA15-D0FD-49BB-8AFA-1011B1441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040FFC5-8B6A-472B-95C3-7267A540D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246072-FC4B-412D-87BF-59449F8550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B9939E-DA16-4ECC-9592-B4B489DDE0E9}" type="datetimeFigureOut">
              <a:rPr kumimoji="1" lang="ja-JP" altLang="en-US" smtClean="0"/>
              <a:pPr/>
              <a:t>2022/5/14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905E8E3-3B2B-4D8E-B6C8-895BA1DEA5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F02FC8-D8A9-4F5F-B0AD-53776551B9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E2D5A-CCF2-4C92-A531-24F93A9435A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3990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5148D0-FB33-42D2-9072-6538F856CC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ja-JP" altLang="en-US" sz="5400" dirty="0"/>
              <a:t>ゲーム木（グラフ）の探索</a:t>
            </a:r>
            <a:endParaRPr kumimoji="1" lang="ja-JP" altLang="en-US" sz="540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22B70E8-3757-41B5-8192-E173A482BF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kumimoji="1" lang="en-US" altLang="ja-JP" dirty="0"/>
          </a:p>
          <a:p>
            <a:r>
              <a:rPr lang="ja-JP" altLang="en-US" dirty="0"/>
              <a:t>三浦 欽也</a:t>
            </a:r>
            <a:br>
              <a:rPr lang="en-US" altLang="ja-JP" dirty="0"/>
            </a:br>
            <a:r>
              <a:rPr lang="ja-JP" altLang="en-US" dirty="0"/>
              <a:t>神戸女学院大学 人間科学部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080245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A33E1B-F450-4FA5-BABA-FE7F29B67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完全情報二人ゼロ和ゲーム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58A10C-64C0-4F11-B20C-53F1052F8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dirty="0"/>
              <a:t>以下の条件を満たすゲームを考える．</a:t>
            </a:r>
            <a:endParaRPr lang="en-US" altLang="ja-JP" dirty="0"/>
          </a:p>
          <a:p>
            <a:r>
              <a:rPr lang="ja-JP" altLang="en-US" dirty="0"/>
              <a:t>プレイヤーは二人</a:t>
            </a:r>
            <a:endParaRPr lang="en-US" altLang="ja-JP" dirty="0"/>
          </a:p>
          <a:p>
            <a:r>
              <a:rPr lang="ja-JP" altLang="en-US" dirty="0"/>
              <a:t>交互に選択肢を選択する（「手」を打つ）</a:t>
            </a:r>
            <a:endParaRPr lang="en-US" altLang="ja-JP" dirty="0"/>
          </a:p>
          <a:p>
            <a:r>
              <a:rPr lang="ja-JP" altLang="en-US" dirty="0"/>
              <a:t>勝ち負けがある（一方が勝ちなら他方は負け）</a:t>
            </a:r>
            <a:endParaRPr lang="en-US" altLang="ja-JP" dirty="0"/>
          </a:p>
          <a:p>
            <a:r>
              <a:rPr lang="ja-JP" altLang="en-US" dirty="0"/>
              <a:t>プレイヤーの選択のみに依存して決定的に結果が定まる</a:t>
            </a:r>
            <a:br>
              <a:rPr lang="en-US" altLang="ja-JP" dirty="0"/>
            </a:br>
            <a:r>
              <a:rPr lang="ja-JP" altLang="en-US" dirty="0"/>
              <a:t>（最善手を選べばどちらかが必勝）</a:t>
            </a:r>
            <a:endParaRPr lang="en-US" altLang="ja-JP" dirty="0"/>
          </a:p>
          <a:p>
            <a:r>
              <a:rPr lang="ja-JP" altLang="en-US" dirty="0"/>
              <a:t>ゲームの状態およびプレイヤー選択時の状態変化は，双方のプレイヤーに完全な情報が与えられている．</a:t>
            </a:r>
          </a:p>
        </p:txBody>
      </p:sp>
    </p:spTree>
    <p:extLst>
      <p:ext uri="{BB962C8B-B14F-4D97-AF65-F5344CB8AC3E}">
        <p14:creationId xmlns:p14="http://schemas.microsoft.com/office/powerpoint/2010/main" val="4255624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AFD84B-B074-4099-8524-A2144349C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</a:t>
            </a:r>
            <a:r>
              <a:rPr kumimoji="1" lang="ja-JP" altLang="en-US" dirty="0"/>
              <a:t>例）山崩しゲーム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EC4A6D-53AE-410F-8D5B-F7F8C97AB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93177"/>
            <a:ext cx="10515600" cy="1983787"/>
          </a:xfrm>
        </p:spPr>
        <p:txBody>
          <a:bodyPr>
            <a:normAutofit fontScale="92500"/>
          </a:bodyPr>
          <a:lstStyle/>
          <a:p>
            <a:r>
              <a:rPr kumimoji="1" lang="ja-JP" altLang="en-US" dirty="0"/>
              <a:t>２つの皿に各々４個ずつの石が置いてある．</a:t>
            </a:r>
            <a:endParaRPr kumimoji="1" lang="en-US" altLang="ja-JP" dirty="0"/>
          </a:p>
          <a:p>
            <a:r>
              <a:rPr lang="en-US" altLang="ja-JP" dirty="0"/>
              <a:t>A,</a:t>
            </a:r>
            <a:r>
              <a:rPr lang="ja-JP" altLang="en-US" dirty="0"/>
              <a:t> </a:t>
            </a:r>
            <a:r>
              <a:rPr lang="en-US" altLang="ja-JP" dirty="0"/>
              <a:t>B,</a:t>
            </a:r>
            <a:r>
              <a:rPr lang="ja-JP" altLang="en-US" dirty="0"/>
              <a:t> ２人のプレイヤーが，</a:t>
            </a:r>
            <a:r>
              <a:rPr lang="en-US" altLang="ja-JP" dirty="0"/>
              <a:t>A</a:t>
            </a:r>
            <a:r>
              <a:rPr lang="ja-JP" altLang="en-US" dirty="0"/>
              <a:t>から交互に石を取り除いていく．</a:t>
            </a:r>
            <a:endParaRPr lang="en-US" altLang="ja-JP" dirty="0"/>
          </a:p>
          <a:p>
            <a:pPr lvl="1">
              <a:buFont typeface="游ゴシック" panose="020B0400000000000000" pitchFamily="50" charset="-128"/>
              <a:buChar char="‒"/>
            </a:pPr>
            <a:r>
              <a:rPr kumimoji="1" lang="ja-JP" altLang="en-US" sz="2800" dirty="0"/>
              <a:t>どちらか一方の皿</a:t>
            </a:r>
            <a:r>
              <a:rPr kumimoji="1" lang="en-US" altLang="ja-JP" sz="2800" dirty="0"/>
              <a:t>(</a:t>
            </a:r>
            <a:r>
              <a:rPr kumimoji="1" lang="ja-JP" altLang="en-US" sz="2800" dirty="0"/>
              <a:t>だけ</a:t>
            </a:r>
            <a:r>
              <a:rPr kumimoji="1" lang="en-US" altLang="ja-JP" sz="2800" dirty="0"/>
              <a:t>)</a:t>
            </a:r>
            <a:r>
              <a:rPr kumimoji="1" lang="ja-JP" altLang="en-US" sz="2800" dirty="0"/>
              <a:t>から，</a:t>
            </a:r>
            <a:r>
              <a:rPr kumimoji="1" lang="en-US" altLang="ja-JP" sz="2800" dirty="0"/>
              <a:t>(</a:t>
            </a:r>
            <a:r>
              <a:rPr kumimoji="1" lang="ja-JP" altLang="en-US" sz="2800" dirty="0"/>
              <a:t>必ず</a:t>
            </a:r>
            <a:r>
              <a:rPr kumimoji="1" lang="en-US" altLang="ja-JP" sz="2800" dirty="0"/>
              <a:t>)1</a:t>
            </a:r>
            <a:r>
              <a:rPr kumimoji="1" lang="ja-JP" altLang="en-US" sz="2800" dirty="0"/>
              <a:t>個か</a:t>
            </a:r>
            <a:r>
              <a:rPr kumimoji="1" lang="en-US" altLang="ja-JP" sz="2800" dirty="0"/>
              <a:t>2</a:t>
            </a:r>
            <a:r>
              <a:rPr kumimoji="1" lang="ja-JP" altLang="en-US" sz="2800" dirty="0"/>
              <a:t>個の石を取り除く．</a:t>
            </a:r>
            <a:endParaRPr kumimoji="1" lang="en-US" altLang="ja-JP" sz="2800" dirty="0"/>
          </a:p>
          <a:p>
            <a:r>
              <a:rPr lang="ja-JP" altLang="en-US" dirty="0"/>
              <a:t>最後の石を取った</a:t>
            </a:r>
            <a:r>
              <a:rPr lang="en-US" altLang="ja-JP" dirty="0"/>
              <a:t>(</a:t>
            </a:r>
            <a:r>
              <a:rPr lang="ja-JP" altLang="en-US" dirty="0"/>
              <a:t>相手の番に石を残せなかった</a:t>
            </a:r>
            <a:r>
              <a:rPr lang="en-US" altLang="ja-JP" dirty="0"/>
              <a:t>)</a:t>
            </a:r>
            <a:r>
              <a:rPr lang="ja-JP" altLang="en-US" dirty="0"/>
              <a:t>方が負け．</a:t>
            </a:r>
            <a:endParaRPr kumimoji="1" lang="ja-JP" altLang="en-US" dirty="0"/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8D3EC470-81CE-4E7D-B84C-1962F2597BF2}"/>
              </a:ext>
            </a:extLst>
          </p:cNvPr>
          <p:cNvGrpSpPr/>
          <p:nvPr/>
        </p:nvGrpSpPr>
        <p:grpSpPr>
          <a:xfrm>
            <a:off x="2741023" y="2145099"/>
            <a:ext cx="6709955" cy="1593669"/>
            <a:chOff x="2610395" y="2145098"/>
            <a:chExt cx="6709954" cy="1593669"/>
          </a:xfrm>
        </p:grpSpPr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EAF89F39-1BB2-4D93-B647-5542F71A5E77}"/>
                </a:ext>
              </a:extLst>
            </p:cNvPr>
            <p:cNvGrpSpPr/>
            <p:nvPr/>
          </p:nvGrpSpPr>
          <p:grpSpPr>
            <a:xfrm>
              <a:off x="2610395" y="2145098"/>
              <a:ext cx="2573383" cy="1593669"/>
              <a:chOff x="2181497" y="2090057"/>
              <a:chExt cx="2573383" cy="1593669"/>
            </a:xfrm>
          </p:grpSpPr>
          <p:sp>
            <p:nvSpPr>
              <p:cNvPr id="4" name="楕円 3">
                <a:extLst>
                  <a:ext uri="{FF2B5EF4-FFF2-40B4-BE49-F238E27FC236}">
                    <a16:creationId xmlns:a16="http://schemas.microsoft.com/office/drawing/2014/main" id="{9C608606-5238-440E-B3C8-6193B71CF750}"/>
                  </a:ext>
                </a:extLst>
              </p:cNvPr>
              <p:cNvSpPr/>
              <p:nvPr/>
            </p:nvSpPr>
            <p:spPr>
              <a:xfrm>
                <a:off x="2181497" y="2090057"/>
                <a:ext cx="2573383" cy="1593669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/>
              </a:p>
            </p:txBody>
          </p:sp>
          <p:sp>
            <p:nvSpPr>
              <p:cNvPr id="5" name="楕円 4">
                <a:extLst>
                  <a:ext uri="{FF2B5EF4-FFF2-40B4-BE49-F238E27FC236}">
                    <a16:creationId xmlns:a16="http://schemas.microsoft.com/office/drawing/2014/main" id="{6CB22B17-7972-47C0-BB38-3E81F487D112}"/>
                  </a:ext>
                </a:extLst>
              </p:cNvPr>
              <p:cNvSpPr/>
              <p:nvPr/>
            </p:nvSpPr>
            <p:spPr>
              <a:xfrm>
                <a:off x="2926079" y="2665457"/>
                <a:ext cx="300446" cy="301081"/>
              </a:xfrm>
              <a:prstGeom prst="ellips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/>
              </a:p>
            </p:txBody>
          </p:sp>
          <p:sp>
            <p:nvSpPr>
              <p:cNvPr id="6" name="楕円 5">
                <a:extLst>
                  <a:ext uri="{FF2B5EF4-FFF2-40B4-BE49-F238E27FC236}">
                    <a16:creationId xmlns:a16="http://schemas.microsoft.com/office/drawing/2014/main" id="{05D578FC-9DC9-4E84-B203-F668FF009478}"/>
                  </a:ext>
                </a:extLst>
              </p:cNvPr>
              <p:cNvSpPr/>
              <p:nvPr/>
            </p:nvSpPr>
            <p:spPr>
              <a:xfrm>
                <a:off x="3378925" y="2936987"/>
                <a:ext cx="300446" cy="301081"/>
              </a:xfrm>
              <a:prstGeom prst="ellips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/>
              </a:p>
            </p:txBody>
          </p:sp>
          <p:sp>
            <p:nvSpPr>
              <p:cNvPr id="7" name="楕円 6">
                <a:extLst>
                  <a:ext uri="{FF2B5EF4-FFF2-40B4-BE49-F238E27FC236}">
                    <a16:creationId xmlns:a16="http://schemas.microsoft.com/office/drawing/2014/main" id="{FC296EAC-8800-493A-A0CA-8385E1C0DCB3}"/>
                  </a:ext>
                </a:extLst>
              </p:cNvPr>
              <p:cNvSpPr/>
              <p:nvPr/>
            </p:nvSpPr>
            <p:spPr>
              <a:xfrm>
                <a:off x="3378925" y="2489042"/>
                <a:ext cx="300446" cy="301081"/>
              </a:xfrm>
              <a:prstGeom prst="ellips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/>
              </a:p>
            </p:txBody>
          </p:sp>
          <p:sp>
            <p:nvSpPr>
              <p:cNvPr id="8" name="楕円 7">
                <a:extLst>
                  <a:ext uri="{FF2B5EF4-FFF2-40B4-BE49-F238E27FC236}">
                    <a16:creationId xmlns:a16="http://schemas.microsoft.com/office/drawing/2014/main" id="{DE8A99A6-3B7A-4DF6-8DA9-5CC0E89E9F7A}"/>
                  </a:ext>
                </a:extLst>
              </p:cNvPr>
              <p:cNvSpPr/>
              <p:nvPr/>
            </p:nvSpPr>
            <p:spPr>
              <a:xfrm>
                <a:off x="3831771" y="2760572"/>
                <a:ext cx="300446" cy="301081"/>
              </a:xfrm>
              <a:prstGeom prst="ellips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/>
              </a:p>
            </p:txBody>
          </p:sp>
        </p:grpSp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7305AC0B-9A96-481D-9987-D92B13CEACFA}"/>
                </a:ext>
              </a:extLst>
            </p:cNvPr>
            <p:cNvGrpSpPr/>
            <p:nvPr/>
          </p:nvGrpSpPr>
          <p:grpSpPr>
            <a:xfrm>
              <a:off x="6746966" y="2145098"/>
              <a:ext cx="2573383" cy="1593669"/>
              <a:chOff x="2181497" y="2090057"/>
              <a:chExt cx="2573383" cy="1593669"/>
            </a:xfrm>
          </p:grpSpPr>
          <p:sp>
            <p:nvSpPr>
              <p:cNvPr id="11" name="楕円 10">
                <a:extLst>
                  <a:ext uri="{FF2B5EF4-FFF2-40B4-BE49-F238E27FC236}">
                    <a16:creationId xmlns:a16="http://schemas.microsoft.com/office/drawing/2014/main" id="{3F11B592-8BF4-4A5C-BD4B-12B49B725237}"/>
                  </a:ext>
                </a:extLst>
              </p:cNvPr>
              <p:cNvSpPr/>
              <p:nvPr/>
            </p:nvSpPr>
            <p:spPr>
              <a:xfrm>
                <a:off x="2181497" y="2090057"/>
                <a:ext cx="2573383" cy="1593669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/>
              </a:p>
            </p:txBody>
          </p:sp>
          <p:sp>
            <p:nvSpPr>
              <p:cNvPr id="12" name="楕円 11">
                <a:extLst>
                  <a:ext uri="{FF2B5EF4-FFF2-40B4-BE49-F238E27FC236}">
                    <a16:creationId xmlns:a16="http://schemas.microsoft.com/office/drawing/2014/main" id="{CFA43958-C8DE-4CAA-8EAA-4F5F0B67C0A7}"/>
                  </a:ext>
                </a:extLst>
              </p:cNvPr>
              <p:cNvSpPr/>
              <p:nvPr/>
            </p:nvSpPr>
            <p:spPr>
              <a:xfrm>
                <a:off x="2926079" y="2665457"/>
                <a:ext cx="300446" cy="301081"/>
              </a:xfrm>
              <a:prstGeom prst="ellips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/>
              </a:p>
            </p:txBody>
          </p:sp>
          <p:sp>
            <p:nvSpPr>
              <p:cNvPr id="13" name="楕円 12">
                <a:extLst>
                  <a:ext uri="{FF2B5EF4-FFF2-40B4-BE49-F238E27FC236}">
                    <a16:creationId xmlns:a16="http://schemas.microsoft.com/office/drawing/2014/main" id="{1EACB4DB-E27E-4CEF-9BC8-BBD9B3CD7E32}"/>
                  </a:ext>
                </a:extLst>
              </p:cNvPr>
              <p:cNvSpPr/>
              <p:nvPr/>
            </p:nvSpPr>
            <p:spPr>
              <a:xfrm>
                <a:off x="3378925" y="2936987"/>
                <a:ext cx="300446" cy="301081"/>
              </a:xfrm>
              <a:prstGeom prst="ellips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/>
              </a:p>
            </p:txBody>
          </p:sp>
          <p:sp>
            <p:nvSpPr>
              <p:cNvPr id="14" name="楕円 13">
                <a:extLst>
                  <a:ext uri="{FF2B5EF4-FFF2-40B4-BE49-F238E27FC236}">
                    <a16:creationId xmlns:a16="http://schemas.microsoft.com/office/drawing/2014/main" id="{D4EA5E94-8DB2-41B5-9186-5ABB46FEAA8F}"/>
                  </a:ext>
                </a:extLst>
              </p:cNvPr>
              <p:cNvSpPr/>
              <p:nvPr/>
            </p:nvSpPr>
            <p:spPr>
              <a:xfrm>
                <a:off x="3378925" y="2489042"/>
                <a:ext cx="300446" cy="301081"/>
              </a:xfrm>
              <a:prstGeom prst="ellips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/>
              </a:p>
            </p:txBody>
          </p:sp>
          <p:sp>
            <p:nvSpPr>
              <p:cNvPr id="15" name="楕円 14">
                <a:extLst>
                  <a:ext uri="{FF2B5EF4-FFF2-40B4-BE49-F238E27FC236}">
                    <a16:creationId xmlns:a16="http://schemas.microsoft.com/office/drawing/2014/main" id="{C8ABA2EB-8BB7-4D05-B0CF-7C32F5E38887}"/>
                  </a:ext>
                </a:extLst>
              </p:cNvPr>
              <p:cNvSpPr/>
              <p:nvPr/>
            </p:nvSpPr>
            <p:spPr>
              <a:xfrm>
                <a:off x="3831771" y="2760572"/>
                <a:ext cx="300446" cy="301081"/>
              </a:xfrm>
              <a:prstGeom prst="ellips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13943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45C18F-0FA9-494A-92FF-9219E9824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局面（状態）の表現・選択肢の表現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39B85F-D21D-49F3-AE60-757AEF17A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9388" indent="-179388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ja-JP" altLang="en-US" dirty="0"/>
              <a:t>「次は</a:t>
            </a:r>
            <a:r>
              <a:rPr lang="en-US" altLang="ja-JP" dirty="0"/>
              <a:t>A</a:t>
            </a:r>
            <a:r>
              <a:rPr lang="ja-JP" altLang="en-US" dirty="0"/>
              <a:t>の番で，皿の石の数は，各々</a:t>
            </a:r>
            <a:r>
              <a:rPr lang="en-US" altLang="ja-JP" dirty="0"/>
              <a:t>1</a:t>
            </a:r>
            <a:r>
              <a:rPr lang="ja-JP" altLang="en-US" dirty="0"/>
              <a:t>個と</a:t>
            </a:r>
            <a:r>
              <a:rPr lang="en-US" altLang="ja-JP" dirty="0"/>
              <a:t>2</a:t>
            </a:r>
            <a:r>
              <a:rPr lang="ja-JP" altLang="en-US" dirty="0"/>
              <a:t>個」</a:t>
            </a:r>
            <a:endParaRPr lang="en-US" altLang="ja-JP" dirty="0"/>
          </a:p>
          <a:p>
            <a:pPr marL="27305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ja-JP" altLang="en-US" dirty="0"/>
              <a:t>という状態を，</a:t>
            </a:r>
            <a:r>
              <a:rPr lang="en-US" altLang="ja-JP" dirty="0">
                <a:solidFill>
                  <a:schemeClr val="accent1"/>
                </a:solidFill>
              </a:rPr>
              <a:t>A12</a:t>
            </a:r>
            <a:r>
              <a:rPr lang="ja-JP" altLang="en-US" dirty="0"/>
              <a:t> と表す．</a:t>
            </a:r>
            <a:endParaRPr lang="en-US" altLang="ja-JP" dirty="0"/>
          </a:p>
          <a:p>
            <a:pPr marL="534975" indent="-352417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ja-JP" altLang="en-US" dirty="0"/>
              <a:t>（皿は左右を入れ替えても状態は変わらないので，</a:t>
            </a:r>
            <a:r>
              <a:rPr lang="en-US" altLang="ja-JP" dirty="0">
                <a:solidFill>
                  <a:schemeClr val="accent1"/>
                </a:solidFill>
              </a:rPr>
              <a:t>A12</a:t>
            </a:r>
            <a:r>
              <a:rPr lang="ja-JP" altLang="en-US" dirty="0"/>
              <a:t> も </a:t>
            </a:r>
            <a:r>
              <a:rPr lang="en-US" altLang="ja-JP" dirty="0">
                <a:solidFill>
                  <a:schemeClr val="accent1"/>
                </a:solidFill>
              </a:rPr>
              <a:t>A21</a:t>
            </a:r>
            <a:r>
              <a:rPr lang="ja-JP" altLang="en-US" dirty="0">
                <a:solidFill>
                  <a:schemeClr val="accent1"/>
                </a:solidFill>
              </a:rPr>
              <a:t> </a:t>
            </a:r>
            <a:r>
              <a:rPr lang="ja-JP" altLang="en-US" dirty="0"/>
              <a:t>も同じ状態になる．この場合，石の数が昇順になるように皿を入れ替えて，</a:t>
            </a:r>
            <a:r>
              <a:rPr lang="en-US" altLang="ja-JP" dirty="0">
                <a:solidFill>
                  <a:schemeClr val="accent1"/>
                </a:solidFill>
              </a:rPr>
              <a:t> A12</a:t>
            </a:r>
            <a:r>
              <a:rPr lang="ja-JP" altLang="en-US" dirty="0">
                <a:solidFill>
                  <a:schemeClr val="accent1"/>
                </a:solidFill>
              </a:rPr>
              <a:t> </a:t>
            </a:r>
            <a:r>
              <a:rPr lang="ja-JP" altLang="en-US" dirty="0"/>
              <a:t>のように表現するものとする）</a:t>
            </a:r>
          </a:p>
          <a:p>
            <a:pPr>
              <a:spcBef>
                <a:spcPts val="0"/>
              </a:spcBef>
            </a:pPr>
            <a:r>
              <a:rPr kumimoji="1" lang="ja-JP" altLang="en-US" dirty="0"/>
              <a:t>各皿から取る石の数を表す</a:t>
            </a:r>
            <a:r>
              <a:rPr kumimoji="1" lang="en-US" altLang="ja-JP" dirty="0"/>
              <a:t>2</a:t>
            </a:r>
            <a:r>
              <a:rPr kumimoji="1" lang="ja-JP" altLang="en-US" dirty="0" err="1"/>
              <a:t>つの</a:t>
            </a:r>
            <a:r>
              <a:rPr kumimoji="1" lang="ja-JP" altLang="en-US" dirty="0"/>
              <a:t>数の並びで，選択肢を表す．（ルール上，</a:t>
            </a:r>
            <a:r>
              <a:rPr kumimoji="1" lang="en-US" altLang="ja-JP" dirty="0">
                <a:solidFill>
                  <a:schemeClr val="accent1"/>
                </a:solidFill>
              </a:rPr>
              <a:t>01</a:t>
            </a:r>
            <a:r>
              <a:rPr kumimoji="1" lang="en-US" altLang="ja-JP" dirty="0"/>
              <a:t>, </a:t>
            </a:r>
            <a:r>
              <a:rPr kumimoji="1" lang="en-US" altLang="ja-JP" dirty="0">
                <a:solidFill>
                  <a:schemeClr val="accent1"/>
                </a:solidFill>
              </a:rPr>
              <a:t>02</a:t>
            </a:r>
            <a:r>
              <a:rPr kumimoji="1" lang="en-US" altLang="ja-JP" dirty="0"/>
              <a:t>, </a:t>
            </a:r>
            <a:r>
              <a:rPr kumimoji="1" lang="en-US" altLang="ja-JP" dirty="0">
                <a:solidFill>
                  <a:schemeClr val="accent1"/>
                </a:solidFill>
              </a:rPr>
              <a:t>10</a:t>
            </a:r>
            <a:r>
              <a:rPr kumimoji="1" lang="en-US" altLang="ja-JP" dirty="0"/>
              <a:t>, </a:t>
            </a:r>
            <a:r>
              <a:rPr kumimoji="1" lang="en-US" altLang="ja-JP" dirty="0">
                <a:solidFill>
                  <a:schemeClr val="accent1"/>
                </a:solidFill>
              </a:rPr>
              <a:t>20</a:t>
            </a:r>
            <a:r>
              <a:rPr kumimoji="1" lang="en-US" altLang="ja-JP" dirty="0"/>
              <a:t> </a:t>
            </a:r>
            <a:r>
              <a:rPr kumimoji="1" lang="ja-JP" altLang="en-US" dirty="0"/>
              <a:t>の</a:t>
            </a:r>
            <a:r>
              <a:rPr kumimoji="1" lang="en-US" altLang="ja-JP" dirty="0"/>
              <a:t>4</a:t>
            </a:r>
            <a:r>
              <a:rPr kumimoji="1" lang="ja-JP" altLang="en-US" dirty="0"/>
              <a:t>種類</a:t>
            </a:r>
            <a:r>
              <a:rPr lang="ja-JP" altLang="en-US" dirty="0"/>
              <a:t>のみ</a:t>
            </a:r>
            <a:r>
              <a:rPr kumimoji="1" lang="ja-JP" altLang="en-US" dirty="0"/>
              <a:t>．）</a:t>
            </a:r>
          </a:p>
        </p:txBody>
      </p:sp>
      <p:grpSp>
        <p:nvGrpSpPr>
          <p:cNvPr id="16" name="グループ化 15"/>
          <p:cNvGrpSpPr/>
          <p:nvPr/>
        </p:nvGrpSpPr>
        <p:grpSpPr>
          <a:xfrm>
            <a:off x="2087560" y="5457365"/>
            <a:ext cx="8016879" cy="784824"/>
            <a:chOff x="2087562" y="3922849"/>
            <a:chExt cx="8016879" cy="784824"/>
          </a:xfrm>
        </p:grpSpPr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D446023C-5B26-4CBD-BA53-A8ECF3CB949E}"/>
                </a:ext>
              </a:extLst>
            </p:cNvPr>
            <p:cNvSpPr txBox="1"/>
            <p:nvPr/>
          </p:nvSpPr>
          <p:spPr>
            <a:xfrm>
              <a:off x="2087562" y="3922849"/>
              <a:ext cx="81785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solidFill>
                    <a:schemeClr val="accent1"/>
                  </a:solidFill>
                </a:rPr>
                <a:t>A22</a:t>
              </a: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F48111AC-8E16-4E78-B1F0-BF4FFE6B9DCA}"/>
                </a:ext>
              </a:extLst>
            </p:cNvPr>
            <p:cNvSpPr txBox="1"/>
            <p:nvPr/>
          </p:nvSpPr>
          <p:spPr>
            <a:xfrm>
              <a:off x="4992977" y="3922849"/>
              <a:ext cx="82907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solidFill>
                    <a:schemeClr val="accent1"/>
                  </a:solidFill>
                </a:rPr>
                <a:t>B12</a:t>
              </a:r>
              <a:endParaRPr lang="ja-JP" altLang="en-US" sz="2800" dirty="0">
                <a:solidFill>
                  <a:schemeClr val="accent1"/>
                </a:solidFill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090282BC-964D-48BB-ACF9-EE4E5B0BEE14}"/>
                </a:ext>
              </a:extLst>
            </p:cNvPr>
            <p:cNvSpPr txBox="1"/>
            <p:nvPr/>
          </p:nvSpPr>
          <p:spPr>
            <a:xfrm>
              <a:off x="7909609" y="3922849"/>
              <a:ext cx="219483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solidFill>
                    <a:schemeClr val="accent1"/>
                  </a:solidFill>
                </a:rPr>
                <a:t>A01</a:t>
              </a:r>
              <a:r>
                <a:rPr lang="ja-JP" altLang="en-US" sz="2800" dirty="0"/>
                <a:t> </a:t>
              </a:r>
              <a:r>
                <a:rPr lang="en-US" altLang="ja-JP" sz="2800" dirty="0"/>
                <a:t>(= </a:t>
              </a:r>
              <a:r>
                <a:rPr lang="en-US" altLang="ja-JP" sz="2800" dirty="0">
                  <a:solidFill>
                    <a:schemeClr val="accent1"/>
                  </a:solidFill>
                </a:rPr>
                <a:t>A10</a:t>
              </a:r>
              <a:r>
                <a:rPr lang="en-US" altLang="ja-JP" sz="2800" dirty="0"/>
                <a:t>)</a:t>
              </a:r>
              <a:endParaRPr lang="ja-JP" altLang="en-US" sz="2800" dirty="0"/>
            </a:p>
          </p:txBody>
        </p: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69DFE567-E7AA-4C44-8DA5-CFF64B5884BA}"/>
                </a:ext>
              </a:extLst>
            </p:cNvPr>
            <p:cNvGrpSpPr/>
            <p:nvPr/>
          </p:nvGrpSpPr>
          <p:grpSpPr>
            <a:xfrm>
              <a:off x="2905415" y="4184453"/>
              <a:ext cx="2087562" cy="523220"/>
              <a:chOff x="2905414" y="3866959"/>
              <a:chExt cx="2087561" cy="523221"/>
            </a:xfrm>
          </p:grpSpPr>
          <p:cxnSp>
            <p:nvCxnSpPr>
              <p:cNvPr id="8" name="直線矢印コネクタ 7">
                <a:extLst>
                  <a:ext uri="{FF2B5EF4-FFF2-40B4-BE49-F238E27FC236}">
                    <a16:creationId xmlns:a16="http://schemas.microsoft.com/office/drawing/2014/main" id="{1EFF80A3-BE29-4B27-A676-613276B067FE}"/>
                  </a:ext>
                </a:extLst>
              </p:cNvPr>
              <p:cNvCxnSpPr>
                <a:stCxn id="4" idx="3"/>
                <a:endCxn id="5" idx="1"/>
              </p:cNvCxnSpPr>
              <p:nvPr/>
            </p:nvCxnSpPr>
            <p:spPr>
              <a:xfrm>
                <a:off x="2905414" y="3866963"/>
                <a:ext cx="2087561" cy="0"/>
              </a:xfrm>
              <a:prstGeom prst="straightConnector1">
                <a:avLst/>
              </a:prstGeom>
              <a:ln w="508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3B604D9A-65AC-4303-BAF5-23F5E38AC1AE}"/>
                  </a:ext>
                </a:extLst>
              </p:cNvPr>
              <p:cNvSpPr txBox="1"/>
              <p:nvPr/>
            </p:nvSpPr>
            <p:spPr>
              <a:xfrm>
                <a:off x="3656485" y="3866959"/>
                <a:ext cx="585417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800" dirty="0">
                    <a:solidFill>
                      <a:schemeClr val="accent1"/>
                    </a:solidFill>
                  </a:rPr>
                  <a:t>10</a:t>
                </a:r>
              </a:p>
            </p:txBody>
          </p:sp>
        </p:grpSp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433263C9-19BB-4C62-8434-83DF5D7914A1}"/>
                </a:ext>
              </a:extLst>
            </p:cNvPr>
            <p:cNvGrpSpPr/>
            <p:nvPr/>
          </p:nvGrpSpPr>
          <p:grpSpPr>
            <a:xfrm>
              <a:off x="5822050" y="4184453"/>
              <a:ext cx="2087559" cy="523220"/>
              <a:chOff x="5822049" y="3866959"/>
              <a:chExt cx="2087559" cy="523221"/>
            </a:xfrm>
          </p:grpSpPr>
          <p:cxnSp>
            <p:nvCxnSpPr>
              <p:cNvPr id="11" name="直線矢印コネクタ 10">
                <a:extLst>
                  <a:ext uri="{FF2B5EF4-FFF2-40B4-BE49-F238E27FC236}">
                    <a16:creationId xmlns:a16="http://schemas.microsoft.com/office/drawing/2014/main" id="{C919016F-1DE3-4216-A594-EABDBF7EF4C9}"/>
                  </a:ext>
                </a:extLst>
              </p:cNvPr>
              <p:cNvCxnSpPr>
                <a:cxnSpLocks/>
                <a:stCxn id="5" idx="3"/>
                <a:endCxn id="6" idx="1"/>
              </p:cNvCxnSpPr>
              <p:nvPr/>
            </p:nvCxnSpPr>
            <p:spPr>
              <a:xfrm>
                <a:off x="5822049" y="3866963"/>
                <a:ext cx="2087559" cy="0"/>
              </a:xfrm>
              <a:prstGeom prst="straightConnector1">
                <a:avLst/>
              </a:prstGeom>
              <a:ln w="508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B0769AB4-28D4-40AB-8D25-C148B676DBE4}"/>
                  </a:ext>
                </a:extLst>
              </p:cNvPr>
              <p:cNvSpPr txBox="1"/>
              <p:nvPr/>
            </p:nvSpPr>
            <p:spPr>
              <a:xfrm>
                <a:off x="6573119" y="3866959"/>
                <a:ext cx="585417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800" dirty="0">
                    <a:solidFill>
                      <a:schemeClr val="accent1"/>
                    </a:solidFill>
                  </a:rPr>
                  <a:t>02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26077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CCD3C3-B515-4251-9962-D264DDBAA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ゲームの木</a:t>
            </a:r>
            <a:r>
              <a:rPr lang="en-US" altLang="ja-JP" dirty="0"/>
              <a:t>/</a:t>
            </a:r>
            <a:r>
              <a:rPr lang="ja-JP" altLang="en-US" dirty="0"/>
              <a:t>グラフ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F0BAAC3-CEC2-491D-88A0-0563497B8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kumimoji="1" lang="ja-JP" altLang="en-US" dirty="0"/>
              <a:t>最初の状態</a:t>
            </a:r>
            <a:r>
              <a:rPr kumimoji="1" lang="en-US" altLang="ja-JP" dirty="0"/>
              <a:t>(</a:t>
            </a:r>
            <a:r>
              <a:rPr kumimoji="1" lang="ja-JP" altLang="en-US" dirty="0"/>
              <a:t>初期状態</a:t>
            </a:r>
            <a:r>
              <a:rPr kumimoji="1" lang="en-US" altLang="ja-JP" dirty="0"/>
              <a:t>)</a:t>
            </a:r>
            <a:r>
              <a:rPr kumimoji="1" lang="ja-JP" altLang="en-US" dirty="0"/>
              <a:t>から，可能な選択肢を樹形図のように</a:t>
            </a:r>
            <a:br>
              <a:rPr kumimoji="1" lang="en-US" altLang="ja-JP" dirty="0"/>
            </a:br>
            <a:r>
              <a:rPr kumimoji="1" lang="ja-JP" altLang="en-US" dirty="0"/>
              <a:t>描いていく</a:t>
            </a:r>
            <a:r>
              <a:rPr kumimoji="1" lang="en-US" altLang="ja-JP" dirty="0"/>
              <a:t>(</a:t>
            </a:r>
            <a:r>
              <a:rPr kumimoji="1" lang="ja-JP" altLang="en-US" dirty="0"/>
              <a:t>ゲームの木</a:t>
            </a:r>
            <a:r>
              <a:rPr kumimoji="1" lang="en-US" altLang="ja-JP" dirty="0"/>
              <a:t>)</a:t>
            </a:r>
            <a:r>
              <a:rPr kumimoji="1" lang="ja-JP" altLang="en-US" dirty="0" err="1"/>
              <a:t>．</a:t>
            </a:r>
            <a:endParaRPr kumimoji="1" lang="en-US" altLang="ja-JP" dirty="0"/>
          </a:p>
          <a:p>
            <a:pPr marL="5651500" indent="-227013"/>
            <a:r>
              <a:rPr lang="ja-JP" altLang="en-US" dirty="0"/>
              <a:t>同じ状態は一つにまとめてもよい</a:t>
            </a:r>
            <a:r>
              <a:rPr lang="en-US" altLang="ja-JP" dirty="0"/>
              <a:t>(</a:t>
            </a:r>
            <a:r>
              <a:rPr lang="ja-JP" altLang="en-US" dirty="0"/>
              <a:t>→ ゲームグラフ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FF19C35C-A06C-4F9E-82FF-A8BD0FEC3F7F}"/>
              </a:ext>
            </a:extLst>
          </p:cNvPr>
          <p:cNvGrpSpPr/>
          <p:nvPr/>
        </p:nvGrpSpPr>
        <p:grpSpPr>
          <a:xfrm>
            <a:off x="5719238" y="4007205"/>
            <a:ext cx="2624184" cy="1193781"/>
            <a:chOff x="8546800" y="3511550"/>
            <a:chExt cx="1749455" cy="795854"/>
          </a:xfrm>
        </p:grpSpPr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id="{26469273-2E9C-4185-83D6-4F6F6D61376A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6800" y="3511550"/>
              <a:ext cx="922338" cy="693738"/>
            </a:xfrm>
            <a:custGeom>
              <a:avLst/>
              <a:gdLst>
                <a:gd name="T0" fmla="*/ 2540 w 2540"/>
                <a:gd name="T1" fmla="*/ 1905 h 1905"/>
                <a:gd name="T2" fmla="*/ 0 w 2540"/>
                <a:gd name="T3" fmla="*/ 0 h 1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40" h="1905">
                  <a:moveTo>
                    <a:pt x="2540" y="1905"/>
                  </a:moveTo>
                  <a:cubicBezTo>
                    <a:pt x="1942" y="1194"/>
                    <a:pt x="1095" y="559"/>
                    <a:pt x="0" y="0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3" name="Freeform 6">
              <a:extLst>
                <a:ext uri="{FF2B5EF4-FFF2-40B4-BE49-F238E27FC236}">
                  <a16:creationId xmlns:a16="http://schemas.microsoft.com/office/drawing/2014/main" id="{B49C04FC-607B-4A3C-98D2-0E9FE1A09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6800" y="3511550"/>
              <a:ext cx="1614488" cy="693738"/>
            </a:xfrm>
            <a:custGeom>
              <a:avLst/>
              <a:gdLst>
                <a:gd name="T0" fmla="*/ 4445 w 4445"/>
                <a:gd name="T1" fmla="*/ 1905 h 1905"/>
                <a:gd name="T2" fmla="*/ 0 w 4445"/>
                <a:gd name="T3" fmla="*/ 0 h 1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45" h="1905">
                  <a:moveTo>
                    <a:pt x="4445" y="1905"/>
                  </a:moveTo>
                  <a:cubicBezTo>
                    <a:pt x="3164" y="1146"/>
                    <a:pt x="1683" y="511"/>
                    <a:pt x="0" y="0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4" name="Rectangle 9">
              <a:extLst>
                <a:ext uri="{FF2B5EF4-FFF2-40B4-BE49-F238E27FC236}">
                  <a16:creationId xmlns:a16="http://schemas.microsoft.com/office/drawing/2014/main" id="{DF11D3EE-6183-42A2-8A92-64BB436CE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26951" y="4122738"/>
              <a:ext cx="269304" cy="18466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A23</a:t>
              </a:r>
              <a:endPara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35" name="Rectangle 10">
              <a:extLst>
                <a:ext uri="{FF2B5EF4-FFF2-40B4-BE49-F238E27FC236}">
                  <a16:creationId xmlns:a16="http://schemas.microsoft.com/office/drawing/2014/main" id="{2DED9DBD-73A9-4716-B50B-1E6236B8DD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31626" y="4122738"/>
              <a:ext cx="269304" cy="18466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A14</a:t>
              </a:r>
              <a:endParaRPr kumimoji="0" lang="ja-JP" altLang="ja-JP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FD6A5FF5-862B-4EE7-B0C2-99F8FEE29C61}"/>
              </a:ext>
            </a:extLst>
          </p:cNvPr>
          <p:cNvGrpSpPr/>
          <p:nvPr/>
        </p:nvGrpSpPr>
        <p:grpSpPr>
          <a:xfrm>
            <a:off x="3295124" y="3984201"/>
            <a:ext cx="2424114" cy="1040607"/>
            <a:chOff x="4754563" y="2055297"/>
            <a:chExt cx="1616075" cy="693738"/>
          </a:xfrm>
        </p:grpSpPr>
        <p:sp>
          <p:nvSpPr>
            <p:cNvPr id="37" name="Line 29">
              <a:extLst>
                <a:ext uri="{FF2B5EF4-FFF2-40B4-BE49-F238E27FC236}">
                  <a16:creationId xmlns:a16="http://schemas.microsoft.com/office/drawing/2014/main" id="{9E83AACE-6A5B-45CC-B032-13CA03FA1C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4563" y="2055297"/>
              <a:ext cx="1616075" cy="6937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8" name="Line 34">
              <a:extLst>
                <a:ext uri="{FF2B5EF4-FFF2-40B4-BE49-F238E27FC236}">
                  <a16:creationId xmlns:a16="http://schemas.microsoft.com/office/drawing/2014/main" id="{8BC67327-DC03-4CBA-8C28-207922A2EA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78488" y="2055297"/>
              <a:ext cx="692150" cy="6937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60C1A9CF-34D8-49A5-A996-DA21B1D91186}"/>
              </a:ext>
            </a:extLst>
          </p:cNvPr>
          <p:cNvGrpSpPr/>
          <p:nvPr/>
        </p:nvGrpSpPr>
        <p:grpSpPr>
          <a:xfrm>
            <a:off x="2727623" y="3465089"/>
            <a:ext cx="4209196" cy="2579667"/>
            <a:chOff x="4376229" y="1709222"/>
            <a:chExt cx="2806129" cy="1719778"/>
          </a:xfrm>
        </p:grpSpPr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3F0B5A8A-41BE-463F-B528-F10F555911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24376" y="1709222"/>
              <a:ext cx="692150" cy="3460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96772BF1-38B7-4922-BF1E-012235689E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4563" y="1709222"/>
              <a:ext cx="461963" cy="10398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2693DC21-2733-4984-A486-CB606CF0D0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16526" y="1709222"/>
              <a:ext cx="461963" cy="3460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3" name="Freeform 22">
              <a:extLst>
                <a:ext uri="{FF2B5EF4-FFF2-40B4-BE49-F238E27FC236}">
                  <a16:creationId xmlns:a16="http://schemas.microsoft.com/office/drawing/2014/main" id="{A6A33C95-08E9-413A-847E-D3074AA679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4451" y="1709222"/>
              <a:ext cx="554038" cy="1039813"/>
            </a:xfrm>
            <a:custGeom>
              <a:avLst/>
              <a:gdLst>
                <a:gd name="T0" fmla="*/ 1522 w 1522"/>
                <a:gd name="T1" fmla="*/ 2857 h 2857"/>
                <a:gd name="T2" fmla="*/ 252 w 1522"/>
                <a:gd name="T3" fmla="*/ 0 h 2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22" h="2857">
                  <a:moveTo>
                    <a:pt x="1522" y="2857"/>
                  </a:moveTo>
                  <a:cubicBezTo>
                    <a:pt x="423" y="2312"/>
                    <a:pt x="0" y="1360"/>
                    <a:pt x="252" y="0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4" name="Freeform 31">
              <a:extLst>
                <a:ext uri="{FF2B5EF4-FFF2-40B4-BE49-F238E27FC236}">
                  <a16:creationId xmlns:a16="http://schemas.microsoft.com/office/drawing/2014/main" id="{39DCE95D-BCD6-4F5B-ADA5-9B1D12927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70638" y="2055297"/>
              <a:ext cx="403225" cy="1271588"/>
            </a:xfrm>
            <a:custGeom>
              <a:avLst/>
              <a:gdLst>
                <a:gd name="T0" fmla="*/ 0 w 1113"/>
                <a:gd name="T1" fmla="*/ 3492 h 3492"/>
                <a:gd name="T2" fmla="*/ 0 w 1113"/>
                <a:gd name="T3" fmla="*/ 0 h 3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13" h="3492">
                  <a:moveTo>
                    <a:pt x="0" y="3492"/>
                  </a:moveTo>
                  <a:cubicBezTo>
                    <a:pt x="1113" y="2522"/>
                    <a:pt x="1113" y="1358"/>
                    <a:pt x="0" y="0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5" name="Freeform 32">
              <a:extLst>
                <a:ext uri="{FF2B5EF4-FFF2-40B4-BE49-F238E27FC236}">
                  <a16:creationId xmlns:a16="http://schemas.microsoft.com/office/drawing/2014/main" id="{3C650F28-9FF6-4072-9732-8A65DF5AB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70638" y="2055297"/>
              <a:ext cx="690563" cy="1271588"/>
            </a:xfrm>
            <a:custGeom>
              <a:avLst/>
              <a:gdLst>
                <a:gd name="T0" fmla="*/ 1905 w 1905"/>
                <a:gd name="T1" fmla="*/ 3492 h 3492"/>
                <a:gd name="T2" fmla="*/ 0 w 1905"/>
                <a:gd name="T3" fmla="*/ 0 h 3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05" h="3492">
                  <a:moveTo>
                    <a:pt x="1905" y="3492"/>
                  </a:moveTo>
                  <a:cubicBezTo>
                    <a:pt x="1833" y="2157"/>
                    <a:pt x="1198" y="993"/>
                    <a:pt x="0" y="0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6" name="Rectangle 95">
              <a:extLst>
                <a:ext uri="{FF2B5EF4-FFF2-40B4-BE49-F238E27FC236}">
                  <a16:creationId xmlns:a16="http://schemas.microsoft.com/office/drawing/2014/main" id="{43E98DE2-7A7A-420D-8276-ADF361415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6229" y="1972747"/>
              <a:ext cx="269304" cy="18466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A33</a:t>
              </a:r>
              <a:endPara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47" name="Rectangle 96">
              <a:extLst>
                <a:ext uri="{FF2B5EF4-FFF2-40B4-BE49-F238E27FC236}">
                  <a16:creationId xmlns:a16="http://schemas.microsoft.com/office/drawing/2014/main" id="{A3D5D788-6C92-4284-80C7-516370D16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0342" y="1972747"/>
              <a:ext cx="269304" cy="18466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A24</a:t>
              </a:r>
              <a:endPara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48" name="Rectangle 97">
              <a:extLst>
                <a:ext uri="{FF2B5EF4-FFF2-40B4-BE49-F238E27FC236}">
                  <a16:creationId xmlns:a16="http://schemas.microsoft.com/office/drawing/2014/main" id="{5AE608A2-43D6-44FC-9946-A4E5458B1D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0342" y="2666484"/>
              <a:ext cx="269304" cy="18466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A23</a:t>
              </a:r>
              <a:endPara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49" name="Rectangle 98">
              <a:extLst>
                <a:ext uri="{FF2B5EF4-FFF2-40B4-BE49-F238E27FC236}">
                  <a16:creationId xmlns:a16="http://schemas.microsoft.com/office/drawing/2014/main" id="{62173575-49A6-4968-8C09-79A8771AF7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6417" y="2666484"/>
              <a:ext cx="269304" cy="18466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A14</a:t>
              </a:r>
              <a:endParaRPr kumimoji="0" lang="ja-JP" altLang="ja-JP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50" name="Rectangle 99">
              <a:extLst>
                <a:ext uri="{FF2B5EF4-FFF2-40B4-BE49-F238E27FC236}">
                  <a16:creationId xmlns:a16="http://schemas.microsoft.com/office/drawing/2014/main" id="{22B84E54-6663-4CC9-AC27-7C8C79958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4079" y="3244334"/>
              <a:ext cx="269304" cy="18466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A22</a:t>
              </a:r>
              <a:endPara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51" name="Rectangle 101">
              <a:extLst>
                <a:ext uri="{FF2B5EF4-FFF2-40B4-BE49-F238E27FC236}">
                  <a16:creationId xmlns:a16="http://schemas.microsoft.com/office/drawing/2014/main" id="{D653ACC0-CA51-4B4F-A22B-97768425B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3054" y="3244334"/>
              <a:ext cx="269304" cy="18466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A04</a:t>
              </a:r>
              <a:endParaRPr kumimoji="0" lang="ja-JP" altLang="ja-JP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</p:grpSp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4C93005E-E8C1-4150-8C9D-64ACCFAB7F20}"/>
              </a:ext>
            </a:extLst>
          </p:cNvPr>
          <p:cNvGrpSpPr/>
          <p:nvPr/>
        </p:nvGrpSpPr>
        <p:grpSpPr>
          <a:xfrm>
            <a:off x="3761088" y="3117426"/>
            <a:ext cx="2144717" cy="1019951"/>
            <a:chOff x="5065207" y="1477446"/>
            <a:chExt cx="1429811" cy="679967"/>
          </a:xfrm>
        </p:grpSpPr>
        <p:sp>
          <p:nvSpPr>
            <p:cNvPr id="53" name="Line 5">
              <a:extLst>
                <a:ext uri="{FF2B5EF4-FFF2-40B4-BE49-F238E27FC236}">
                  <a16:creationId xmlns:a16="http://schemas.microsoft.com/office/drawing/2014/main" id="{4E0B7C07-4F61-4DE9-9610-DC4A81AFAC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678490" y="1477446"/>
              <a:ext cx="692150" cy="5778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54" name="Line 18">
              <a:extLst>
                <a:ext uri="{FF2B5EF4-FFF2-40B4-BE49-F238E27FC236}">
                  <a16:creationId xmlns:a16="http://schemas.microsoft.com/office/drawing/2014/main" id="{0F481AF5-54F9-4634-8566-4CEA72F550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16528" y="1477446"/>
              <a:ext cx="461963" cy="2317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55" name="Rectangle 108">
              <a:extLst>
                <a:ext uri="{FF2B5EF4-FFF2-40B4-BE49-F238E27FC236}">
                  <a16:creationId xmlns:a16="http://schemas.microsoft.com/office/drawing/2014/main" id="{462F83B0-C709-402A-91AE-FC91695A5D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5207" y="1626672"/>
              <a:ext cx="274114" cy="18466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B34</a:t>
              </a:r>
              <a:endPara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56" name="Rectangle 109">
              <a:extLst>
                <a:ext uri="{FF2B5EF4-FFF2-40B4-BE49-F238E27FC236}">
                  <a16:creationId xmlns:a16="http://schemas.microsoft.com/office/drawing/2014/main" id="{65A99345-A7D3-4201-AA99-84FD0322B2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0904" y="1972747"/>
              <a:ext cx="274114" cy="18466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B24</a:t>
              </a:r>
              <a:endPara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</p:grpSp>
      <p:sp>
        <p:nvSpPr>
          <p:cNvPr id="57" name="Rectangle 94">
            <a:extLst>
              <a:ext uri="{FF2B5EF4-FFF2-40B4-BE49-F238E27FC236}">
                <a16:creationId xmlns:a16="http://schemas.microsoft.com/office/drawing/2014/main" id="{8844EF49-67FA-467E-9CC0-99B82F1C6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8793" y="2993601"/>
            <a:ext cx="403956" cy="27699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ＭＳ ゴシック" panose="020B0609070205080204" pitchFamily="49" charset="-128"/>
              </a:rPr>
              <a:t>A44</a:t>
            </a:r>
            <a:endParaRPr kumimoji="0" lang="ja-JP" altLang="ja-JP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617FB649-FEBB-48A1-B824-08043081C0EA}"/>
              </a:ext>
            </a:extLst>
          </p:cNvPr>
          <p:cNvGrpSpPr/>
          <p:nvPr/>
        </p:nvGrpSpPr>
        <p:grpSpPr>
          <a:xfrm>
            <a:off x="3274883" y="5177980"/>
            <a:ext cx="4866562" cy="23005"/>
            <a:chOff x="3274883" y="5177980"/>
            <a:chExt cx="4866562" cy="23005"/>
          </a:xfrm>
        </p:grpSpPr>
        <p:cxnSp>
          <p:nvCxnSpPr>
            <p:cNvPr id="63" name="コネクタ: カギ線 62">
              <a:extLst>
                <a:ext uri="{FF2B5EF4-FFF2-40B4-BE49-F238E27FC236}">
                  <a16:creationId xmlns:a16="http://schemas.microsoft.com/office/drawing/2014/main" id="{27CC7F54-8BC7-478B-9177-184A7A3DD41D}"/>
                </a:ext>
              </a:extLst>
            </p:cNvPr>
            <p:cNvCxnSpPr>
              <a:stCxn id="49" idx="2"/>
              <a:endCxn id="35" idx="2"/>
            </p:cNvCxnSpPr>
            <p:nvPr/>
          </p:nvCxnSpPr>
          <p:spPr>
            <a:xfrm rot="16200000" flipH="1">
              <a:off x="5175167" y="3277696"/>
              <a:ext cx="23005" cy="3823573"/>
            </a:xfrm>
            <a:prstGeom prst="bentConnector3">
              <a:avLst>
                <a:gd name="adj1" fmla="val 4231689"/>
              </a:avLst>
            </a:prstGeom>
            <a:ln w="508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コネクタ: カギ線 65">
              <a:extLst>
                <a:ext uri="{FF2B5EF4-FFF2-40B4-BE49-F238E27FC236}">
                  <a16:creationId xmlns:a16="http://schemas.microsoft.com/office/drawing/2014/main" id="{28585BDA-B1DA-462C-8838-472B866EF80F}"/>
                </a:ext>
              </a:extLst>
            </p:cNvPr>
            <p:cNvCxnSpPr>
              <a:stCxn id="48" idx="2"/>
              <a:endCxn id="34" idx="2"/>
            </p:cNvCxnSpPr>
            <p:nvPr/>
          </p:nvCxnSpPr>
          <p:spPr>
            <a:xfrm rot="16200000" flipH="1">
              <a:off x="6389606" y="3449147"/>
              <a:ext cx="23005" cy="3480672"/>
            </a:xfrm>
            <a:prstGeom prst="bentConnector3">
              <a:avLst>
                <a:gd name="adj1" fmla="val 5068485"/>
              </a:avLst>
            </a:prstGeom>
            <a:ln w="508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20413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CCD3C3-B515-4251-9962-D264DDBAA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ゲームの木</a:t>
            </a:r>
            <a:r>
              <a:rPr lang="en-US" altLang="ja-JP" dirty="0"/>
              <a:t>/</a:t>
            </a:r>
            <a:r>
              <a:rPr lang="ja-JP" altLang="en-US" dirty="0"/>
              <a:t>グラフ</a:t>
            </a:r>
            <a:endParaRPr kumimoji="1" lang="ja-JP" altLang="en-US" dirty="0"/>
          </a:p>
        </p:txBody>
      </p:sp>
      <p:grpSp>
        <p:nvGrpSpPr>
          <p:cNvPr id="167" name="グループ化 166">
            <a:extLst>
              <a:ext uri="{FF2B5EF4-FFF2-40B4-BE49-F238E27FC236}">
                <a16:creationId xmlns:a16="http://schemas.microsoft.com/office/drawing/2014/main" id="{BD98CCC4-5B2F-46F8-B738-D78988109713}"/>
              </a:ext>
            </a:extLst>
          </p:cNvPr>
          <p:cNvGrpSpPr/>
          <p:nvPr/>
        </p:nvGrpSpPr>
        <p:grpSpPr>
          <a:xfrm>
            <a:off x="2728800" y="2995200"/>
            <a:ext cx="4209196" cy="3051155"/>
            <a:chOff x="3426123" y="2701501"/>
            <a:chExt cx="4209196" cy="3051155"/>
          </a:xfrm>
        </p:grpSpPr>
        <p:grpSp>
          <p:nvGrpSpPr>
            <p:cNvPr id="36" name="グループ化 35">
              <a:extLst>
                <a:ext uri="{FF2B5EF4-FFF2-40B4-BE49-F238E27FC236}">
                  <a16:creationId xmlns:a16="http://schemas.microsoft.com/office/drawing/2014/main" id="{FD6A5FF5-862B-4EE7-B0C2-99F8FEE29C61}"/>
                </a:ext>
              </a:extLst>
            </p:cNvPr>
            <p:cNvGrpSpPr/>
            <p:nvPr/>
          </p:nvGrpSpPr>
          <p:grpSpPr>
            <a:xfrm>
              <a:off x="3993624" y="3692101"/>
              <a:ext cx="2424114" cy="1040607"/>
              <a:chOff x="4754563" y="2055297"/>
              <a:chExt cx="1616075" cy="693738"/>
            </a:xfrm>
          </p:grpSpPr>
          <p:sp>
            <p:nvSpPr>
              <p:cNvPr id="37" name="Line 29">
                <a:extLst>
                  <a:ext uri="{FF2B5EF4-FFF2-40B4-BE49-F238E27FC236}">
                    <a16:creationId xmlns:a16="http://schemas.microsoft.com/office/drawing/2014/main" id="{9E83AACE-6A5B-45CC-B032-13CA03FA1C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54563" y="2055297"/>
                <a:ext cx="1616075" cy="69373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38" name="Line 34">
                <a:extLst>
                  <a:ext uri="{FF2B5EF4-FFF2-40B4-BE49-F238E27FC236}">
                    <a16:creationId xmlns:a16="http://schemas.microsoft.com/office/drawing/2014/main" id="{8BC67327-DC03-4CBA-8C28-207922A2EA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678488" y="2055297"/>
                <a:ext cx="692150" cy="69373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</p:grpSp>
        <p:grpSp>
          <p:nvGrpSpPr>
            <p:cNvPr id="39" name="グループ化 38">
              <a:extLst>
                <a:ext uri="{FF2B5EF4-FFF2-40B4-BE49-F238E27FC236}">
                  <a16:creationId xmlns:a16="http://schemas.microsoft.com/office/drawing/2014/main" id="{60C1A9CF-34D8-49A5-A996-DA21B1D91186}"/>
                </a:ext>
              </a:extLst>
            </p:cNvPr>
            <p:cNvGrpSpPr/>
            <p:nvPr/>
          </p:nvGrpSpPr>
          <p:grpSpPr>
            <a:xfrm>
              <a:off x="3426123" y="3172989"/>
              <a:ext cx="4209196" cy="2579667"/>
              <a:chOff x="4376229" y="1709222"/>
              <a:chExt cx="2806129" cy="1719778"/>
            </a:xfrm>
          </p:grpSpPr>
          <p:sp>
            <p:nvSpPr>
              <p:cNvPr id="40" name="Line 6">
                <a:extLst>
                  <a:ext uri="{FF2B5EF4-FFF2-40B4-BE49-F238E27FC236}">
                    <a16:creationId xmlns:a16="http://schemas.microsoft.com/office/drawing/2014/main" id="{3F0B5A8A-41BE-463F-B528-F10F555911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24376" y="1709222"/>
                <a:ext cx="692150" cy="3460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41" name="Line 7">
                <a:extLst>
                  <a:ext uri="{FF2B5EF4-FFF2-40B4-BE49-F238E27FC236}">
                    <a16:creationId xmlns:a16="http://schemas.microsoft.com/office/drawing/2014/main" id="{96772BF1-38B7-4922-BF1E-012235689E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54563" y="1709222"/>
                <a:ext cx="461963" cy="103981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42" name="Line 8">
                <a:extLst>
                  <a:ext uri="{FF2B5EF4-FFF2-40B4-BE49-F238E27FC236}">
                    <a16:creationId xmlns:a16="http://schemas.microsoft.com/office/drawing/2014/main" id="{2693DC21-2733-4984-A486-CB606CF0D0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216526" y="1709222"/>
                <a:ext cx="461963" cy="3460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43" name="Freeform 22">
                <a:extLst>
                  <a:ext uri="{FF2B5EF4-FFF2-40B4-BE49-F238E27FC236}">
                    <a16:creationId xmlns:a16="http://schemas.microsoft.com/office/drawing/2014/main" id="{A6A33C95-08E9-413A-847E-D3074AA679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24451" y="1709222"/>
                <a:ext cx="554038" cy="1039813"/>
              </a:xfrm>
              <a:custGeom>
                <a:avLst/>
                <a:gdLst>
                  <a:gd name="T0" fmla="*/ 1522 w 1522"/>
                  <a:gd name="T1" fmla="*/ 2857 h 2857"/>
                  <a:gd name="T2" fmla="*/ 252 w 1522"/>
                  <a:gd name="T3" fmla="*/ 0 h 28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522" h="2857">
                    <a:moveTo>
                      <a:pt x="1522" y="2857"/>
                    </a:moveTo>
                    <a:cubicBezTo>
                      <a:pt x="423" y="2312"/>
                      <a:pt x="0" y="1360"/>
                      <a:pt x="252" y="0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44" name="Freeform 31">
                <a:extLst>
                  <a:ext uri="{FF2B5EF4-FFF2-40B4-BE49-F238E27FC236}">
                    <a16:creationId xmlns:a16="http://schemas.microsoft.com/office/drawing/2014/main" id="{39DCE95D-BCD6-4F5B-ADA5-9B1D12927C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70638" y="2055297"/>
                <a:ext cx="403225" cy="1271588"/>
              </a:xfrm>
              <a:custGeom>
                <a:avLst/>
                <a:gdLst>
                  <a:gd name="T0" fmla="*/ 0 w 1113"/>
                  <a:gd name="T1" fmla="*/ 3492 h 3492"/>
                  <a:gd name="T2" fmla="*/ 0 w 1113"/>
                  <a:gd name="T3" fmla="*/ 0 h 34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13" h="3492">
                    <a:moveTo>
                      <a:pt x="0" y="3492"/>
                    </a:moveTo>
                    <a:cubicBezTo>
                      <a:pt x="1113" y="2522"/>
                      <a:pt x="1113" y="1358"/>
                      <a:pt x="0" y="0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45" name="Freeform 32">
                <a:extLst>
                  <a:ext uri="{FF2B5EF4-FFF2-40B4-BE49-F238E27FC236}">
                    <a16:creationId xmlns:a16="http://schemas.microsoft.com/office/drawing/2014/main" id="{3C650F28-9FF6-4072-9732-8A65DF5ABC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70638" y="2055297"/>
                <a:ext cx="690563" cy="1271588"/>
              </a:xfrm>
              <a:custGeom>
                <a:avLst/>
                <a:gdLst>
                  <a:gd name="T0" fmla="*/ 1905 w 1905"/>
                  <a:gd name="T1" fmla="*/ 3492 h 3492"/>
                  <a:gd name="T2" fmla="*/ 0 w 1905"/>
                  <a:gd name="T3" fmla="*/ 0 h 34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05" h="3492">
                    <a:moveTo>
                      <a:pt x="1905" y="3492"/>
                    </a:moveTo>
                    <a:cubicBezTo>
                      <a:pt x="1833" y="2157"/>
                      <a:pt x="1198" y="993"/>
                      <a:pt x="0" y="0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46" name="Rectangle 95">
                <a:extLst>
                  <a:ext uri="{FF2B5EF4-FFF2-40B4-BE49-F238E27FC236}">
                    <a16:creationId xmlns:a16="http://schemas.microsoft.com/office/drawing/2014/main" id="{43E98DE2-7A7A-420D-8276-ADF361415B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6229" y="1972747"/>
                <a:ext cx="269304" cy="18466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A33</a:t>
                </a:r>
                <a:endParaRPr kumimoji="0" lang="ja-JP" altLang="ja-JP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47" name="Rectangle 96">
                <a:extLst>
                  <a:ext uri="{FF2B5EF4-FFF2-40B4-BE49-F238E27FC236}">
                    <a16:creationId xmlns:a16="http://schemas.microsoft.com/office/drawing/2014/main" id="{A3D5D788-6C92-4284-80C7-516370D16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30342" y="1972747"/>
                <a:ext cx="269304" cy="18466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A24</a:t>
                </a:r>
                <a:endParaRPr kumimoji="0" lang="ja-JP" altLang="ja-JP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48" name="Rectangle 97">
                <a:extLst>
                  <a:ext uri="{FF2B5EF4-FFF2-40B4-BE49-F238E27FC236}">
                    <a16:creationId xmlns:a16="http://schemas.microsoft.com/office/drawing/2014/main" id="{5AE608A2-43D6-44FC-9946-A4E5458B1D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30342" y="2666484"/>
                <a:ext cx="269304" cy="18466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A23</a:t>
                </a:r>
                <a:endParaRPr kumimoji="0" lang="ja-JP" altLang="ja-JP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49" name="Rectangle 98">
                <a:extLst>
                  <a:ext uri="{FF2B5EF4-FFF2-40B4-BE49-F238E27FC236}">
                    <a16:creationId xmlns:a16="http://schemas.microsoft.com/office/drawing/2014/main" id="{62173575-49A6-4968-8C09-79A8771AF7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6417" y="2666484"/>
                <a:ext cx="269304" cy="18466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A14</a:t>
                </a:r>
                <a:endParaRPr kumimoji="0" lang="ja-JP" altLang="ja-JP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50" name="Rectangle 99">
                <a:extLst>
                  <a:ext uri="{FF2B5EF4-FFF2-40B4-BE49-F238E27FC236}">
                    <a16:creationId xmlns:a16="http://schemas.microsoft.com/office/drawing/2014/main" id="{22B84E54-6663-4CC9-AC27-7C8C79958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4079" y="3244334"/>
                <a:ext cx="269304" cy="18466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A22</a:t>
                </a:r>
                <a:endParaRPr kumimoji="0" lang="ja-JP" altLang="ja-JP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51" name="Rectangle 101">
                <a:extLst>
                  <a:ext uri="{FF2B5EF4-FFF2-40B4-BE49-F238E27FC236}">
                    <a16:creationId xmlns:a16="http://schemas.microsoft.com/office/drawing/2014/main" id="{D653ACC0-CA51-4B4F-A22B-97768425BD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13054" y="3244334"/>
                <a:ext cx="269304" cy="18466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A04</a:t>
                </a:r>
                <a:endParaRPr kumimoji="0" lang="ja-JP" altLang="ja-JP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</p:grpSp>
        <p:grpSp>
          <p:nvGrpSpPr>
            <p:cNvPr id="52" name="グループ化 51">
              <a:extLst>
                <a:ext uri="{FF2B5EF4-FFF2-40B4-BE49-F238E27FC236}">
                  <a16:creationId xmlns:a16="http://schemas.microsoft.com/office/drawing/2014/main" id="{4C93005E-E8C1-4150-8C9D-64ACCFAB7F20}"/>
                </a:ext>
              </a:extLst>
            </p:cNvPr>
            <p:cNvGrpSpPr/>
            <p:nvPr/>
          </p:nvGrpSpPr>
          <p:grpSpPr>
            <a:xfrm>
              <a:off x="4459588" y="2825326"/>
              <a:ext cx="2144717" cy="1019951"/>
              <a:chOff x="5065207" y="1477446"/>
              <a:chExt cx="1429811" cy="679967"/>
            </a:xfrm>
          </p:grpSpPr>
          <p:sp>
            <p:nvSpPr>
              <p:cNvPr id="53" name="Line 5">
                <a:extLst>
                  <a:ext uri="{FF2B5EF4-FFF2-40B4-BE49-F238E27FC236}">
                    <a16:creationId xmlns:a16="http://schemas.microsoft.com/office/drawing/2014/main" id="{4E0B7C07-4F61-4DE9-9610-DC4A81AFAC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678490" y="1477446"/>
                <a:ext cx="692150" cy="5778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54" name="Line 18">
                <a:extLst>
                  <a:ext uri="{FF2B5EF4-FFF2-40B4-BE49-F238E27FC236}">
                    <a16:creationId xmlns:a16="http://schemas.microsoft.com/office/drawing/2014/main" id="{0F481AF5-54F9-4634-8566-4CEA72F550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216528" y="1477446"/>
                <a:ext cx="461963" cy="2317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55" name="Rectangle 108">
                <a:extLst>
                  <a:ext uri="{FF2B5EF4-FFF2-40B4-BE49-F238E27FC236}">
                    <a16:creationId xmlns:a16="http://schemas.microsoft.com/office/drawing/2014/main" id="{462F83B0-C709-402A-91AE-FC91695A5D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5207" y="1626672"/>
                <a:ext cx="274114" cy="18466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B34</a:t>
                </a:r>
                <a:endParaRPr kumimoji="0" lang="ja-JP" altLang="ja-JP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56" name="Rectangle 109">
                <a:extLst>
                  <a:ext uri="{FF2B5EF4-FFF2-40B4-BE49-F238E27FC236}">
                    <a16:creationId xmlns:a16="http://schemas.microsoft.com/office/drawing/2014/main" id="{65A99345-A7D3-4201-AA99-84FD0322B2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0904" y="1972747"/>
                <a:ext cx="274114" cy="18466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B24</a:t>
                </a:r>
                <a:endParaRPr kumimoji="0" lang="ja-JP" altLang="ja-JP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</p:grpSp>
        <p:sp>
          <p:nvSpPr>
            <p:cNvPr id="57" name="Rectangle 94">
              <a:extLst>
                <a:ext uri="{FF2B5EF4-FFF2-40B4-BE49-F238E27FC236}">
                  <a16:creationId xmlns:a16="http://schemas.microsoft.com/office/drawing/2014/main" id="{8844EF49-67FA-467E-9CC0-99B82F1C6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7293" y="2701501"/>
              <a:ext cx="403956" cy="276999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A44</a:t>
              </a:r>
              <a:endPara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4768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7 0.00139 L 0.25756 -0.3620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799" y="-181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CCD3C3-B515-4251-9962-D264DDBAA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ゲームの木</a:t>
            </a:r>
            <a:r>
              <a:rPr lang="en-US" altLang="ja-JP" dirty="0"/>
              <a:t>/</a:t>
            </a:r>
            <a:r>
              <a:rPr lang="ja-JP" altLang="en-US" dirty="0"/>
              <a:t>グラフ</a:t>
            </a:r>
            <a:endParaRPr kumimoji="1" lang="ja-JP" altLang="en-US" dirty="0"/>
          </a:p>
        </p:txBody>
      </p:sp>
      <p:sp>
        <p:nvSpPr>
          <p:cNvPr id="263" name="コンテンツ プレースホルダー 262">
            <a:extLst>
              <a:ext uri="{FF2B5EF4-FFF2-40B4-BE49-F238E27FC236}">
                <a16:creationId xmlns:a16="http://schemas.microsoft.com/office/drawing/2014/main" id="{CB8D21BB-2112-43A4-8A01-CE9BBFFD4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497166" cy="4351338"/>
          </a:xfrm>
        </p:spPr>
        <p:txBody>
          <a:bodyPr/>
          <a:lstStyle/>
          <a:p>
            <a:r>
              <a:rPr kumimoji="1" lang="ja-JP" altLang="en-US" dirty="0"/>
              <a:t>すべての状態を描いていくと，右図のようになる．</a:t>
            </a:r>
          </a:p>
        </p:txBody>
      </p:sp>
      <p:grpSp>
        <p:nvGrpSpPr>
          <p:cNvPr id="170" name="グループ化 169">
            <a:extLst>
              <a:ext uri="{FF2B5EF4-FFF2-40B4-BE49-F238E27FC236}">
                <a16:creationId xmlns:a16="http://schemas.microsoft.com/office/drawing/2014/main" id="{18A494BC-8A83-45D4-9644-BBDD6CFE4DB3}"/>
              </a:ext>
            </a:extLst>
          </p:cNvPr>
          <p:cNvGrpSpPr>
            <a:grpSpLocks noChangeAspect="1"/>
          </p:cNvGrpSpPr>
          <p:nvPr/>
        </p:nvGrpSpPr>
        <p:grpSpPr>
          <a:xfrm>
            <a:off x="5519553" y="515154"/>
            <a:ext cx="5592699" cy="5827692"/>
            <a:chOff x="4231767" y="1512888"/>
            <a:chExt cx="3728466" cy="3885128"/>
          </a:xfrm>
        </p:grpSpPr>
        <p:grpSp>
          <p:nvGrpSpPr>
            <p:cNvPr id="171" name="グループ化 170">
              <a:extLst>
                <a:ext uri="{FF2B5EF4-FFF2-40B4-BE49-F238E27FC236}">
                  <a16:creationId xmlns:a16="http://schemas.microsoft.com/office/drawing/2014/main" id="{D909A184-51FF-456C-8B85-AFD0BF5EE767}"/>
                </a:ext>
              </a:extLst>
            </p:cNvPr>
            <p:cNvGrpSpPr/>
            <p:nvPr/>
          </p:nvGrpSpPr>
          <p:grpSpPr>
            <a:xfrm>
              <a:off x="4379913" y="1595438"/>
              <a:ext cx="3459163" cy="3700463"/>
              <a:chOff x="4379913" y="1595438"/>
              <a:chExt cx="3459163" cy="3700463"/>
            </a:xfrm>
          </p:grpSpPr>
          <p:sp>
            <p:nvSpPr>
              <p:cNvPr id="200" name="Line 5">
                <a:extLst>
                  <a:ext uri="{FF2B5EF4-FFF2-40B4-BE49-F238E27FC236}">
                    <a16:creationId xmlns:a16="http://schemas.microsoft.com/office/drawing/2014/main" id="{FD76A245-314A-4EEF-BAE4-167632352E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764213" y="1595438"/>
                <a:ext cx="692150" cy="5778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01" name="Line 6">
                <a:extLst>
                  <a:ext uri="{FF2B5EF4-FFF2-40B4-BE49-F238E27FC236}">
                    <a16:creationId xmlns:a16="http://schemas.microsoft.com/office/drawing/2014/main" id="{7BB6CFBA-71FF-4394-B5F4-D5555CCB1D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10101" y="1827213"/>
                <a:ext cx="692150" cy="3460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02" name="Line 7">
                <a:extLst>
                  <a:ext uri="{FF2B5EF4-FFF2-40B4-BE49-F238E27FC236}">
                    <a16:creationId xmlns:a16="http://schemas.microsoft.com/office/drawing/2014/main" id="{E37DA6EF-4F72-4527-9A2E-0819B3601F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40288" y="1827213"/>
                <a:ext cx="461963" cy="103981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03" name="Line 8">
                <a:extLst>
                  <a:ext uri="{FF2B5EF4-FFF2-40B4-BE49-F238E27FC236}">
                    <a16:creationId xmlns:a16="http://schemas.microsoft.com/office/drawing/2014/main" id="{EA6AC6BB-9610-448D-BDF9-07A2931FE4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302251" y="1827213"/>
                <a:ext cx="461963" cy="3460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04" name="Line 9">
                <a:extLst>
                  <a:ext uri="{FF2B5EF4-FFF2-40B4-BE49-F238E27FC236}">
                    <a16:creationId xmlns:a16="http://schemas.microsoft.com/office/drawing/2014/main" id="{B4E98712-13B4-4C51-9FCD-4A6A5A19A0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10101" y="2173288"/>
                <a:ext cx="1846263" cy="69373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05" name="Line 10">
                <a:extLst>
                  <a:ext uri="{FF2B5EF4-FFF2-40B4-BE49-F238E27FC236}">
                    <a16:creationId xmlns:a16="http://schemas.microsoft.com/office/drawing/2014/main" id="{C5F64523-CF2D-4A86-ACA5-435B4A6C10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840288" y="2867025"/>
                <a:ext cx="231775" cy="5778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06" name="Line 11">
                <a:extLst>
                  <a:ext uri="{FF2B5EF4-FFF2-40B4-BE49-F238E27FC236}">
                    <a16:creationId xmlns:a16="http://schemas.microsoft.com/office/drawing/2014/main" id="{96ED99CC-40F9-491F-BE83-0A55736D11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46926" y="2867025"/>
                <a:ext cx="231775" cy="5778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07" name="Line 12">
                <a:extLst>
                  <a:ext uri="{FF2B5EF4-FFF2-40B4-BE49-F238E27FC236}">
                    <a16:creationId xmlns:a16="http://schemas.microsoft.com/office/drawing/2014/main" id="{695C7570-1914-44CB-98EE-1FA69ADEF7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79913" y="2867025"/>
                <a:ext cx="1384300" cy="5778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08" name="Line 13">
                <a:extLst>
                  <a:ext uri="{FF2B5EF4-FFF2-40B4-BE49-F238E27FC236}">
                    <a16:creationId xmlns:a16="http://schemas.microsoft.com/office/drawing/2014/main" id="{07D7E1F9-D403-40F0-94EE-DEF690630F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79913" y="2867025"/>
                <a:ext cx="460375" cy="5778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09" name="Line 14">
                <a:extLst>
                  <a:ext uri="{FF2B5EF4-FFF2-40B4-BE49-F238E27FC236}">
                    <a16:creationId xmlns:a16="http://schemas.microsoft.com/office/drawing/2014/main" id="{E6E4BAD1-78C8-4844-8069-FC1E2F6608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456363" y="2867025"/>
                <a:ext cx="1382713" cy="5778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10" name="Line 15">
                <a:extLst>
                  <a:ext uri="{FF2B5EF4-FFF2-40B4-BE49-F238E27FC236}">
                    <a16:creationId xmlns:a16="http://schemas.microsoft.com/office/drawing/2014/main" id="{7166C1F4-6DE6-40EC-9B3F-DDC1A374B7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378701" y="2867025"/>
                <a:ext cx="460375" cy="5778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11" name="Line 16">
                <a:extLst>
                  <a:ext uri="{FF2B5EF4-FFF2-40B4-BE49-F238E27FC236}">
                    <a16:creationId xmlns:a16="http://schemas.microsoft.com/office/drawing/2014/main" id="{635F49DA-0BFD-4250-9ED4-E8A61209AB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64213" y="2867025"/>
                <a:ext cx="0" cy="5778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12" name="Line 17">
                <a:extLst>
                  <a:ext uri="{FF2B5EF4-FFF2-40B4-BE49-F238E27FC236}">
                    <a16:creationId xmlns:a16="http://schemas.microsoft.com/office/drawing/2014/main" id="{67FD973E-F566-4676-8676-B34A87B1D4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456363" y="2879725"/>
                <a:ext cx="0" cy="55562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13" name="Line 18">
                <a:extLst>
                  <a:ext uri="{FF2B5EF4-FFF2-40B4-BE49-F238E27FC236}">
                    <a16:creationId xmlns:a16="http://schemas.microsoft.com/office/drawing/2014/main" id="{E580BF20-153D-404C-A7D8-3F0D8BD8CE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02251" y="1595438"/>
                <a:ext cx="461963" cy="2317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14" name="Line 19">
                <a:extLst>
                  <a:ext uri="{FF2B5EF4-FFF2-40B4-BE49-F238E27FC236}">
                    <a16:creationId xmlns:a16="http://schemas.microsoft.com/office/drawing/2014/main" id="{B732BCEB-DAFF-4E4C-A16A-7F745FEC78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79913" y="2173288"/>
                <a:ext cx="230188" cy="127158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15" name="Freeform 20">
                <a:extLst>
                  <a:ext uri="{FF2B5EF4-FFF2-40B4-BE49-F238E27FC236}">
                    <a16:creationId xmlns:a16="http://schemas.microsoft.com/office/drawing/2014/main" id="{986D89EF-DE31-414F-8BEF-D1CD8D0F97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2063" y="2173288"/>
                <a:ext cx="692150" cy="1271588"/>
              </a:xfrm>
              <a:custGeom>
                <a:avLst/>
                <a:gdLst>
                  <a:gd name="T0" fmla="*/ 0 w 1905"/>
                  <a:gd name="T1" fmla="*/ 3492 h 3492"/>
                  <a:gd name="T2" fmla="*/ 1905 w 1905"/>
                  <a:gd name="T3" fmla="*/ 0 h 34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05" h="3492">
                    <a:moveTo>
                      <a:pt x="0" y="3492"/>
                    </a:moveTo>
                    <a:cubicBezTo>
                      <a:pt x="72" y="2157"/>
                      <a:pt x="707" y="993"/>
                      <a:pt x="1905" y="0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16" name="Freeform 21">
                <a:extLst>
                  <a:ext uri="{FF2B5EF4-FFF2-40B4-BE49-F238E27FC236}">
                    <a16:creationId xmlns:a16="http://schemas.microsoft.com/office/drawing/2014/main" id="{D53AF3E9-8DF9-431A-87F3-76CEB9C188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60988" y="2173288"/>
                <a:ext cx="404813" cy="1271588"/>
              </a:xfrm>
              <a:custGeom>
                <a:avLst/>
                <a:gdLst>
                  <a:gd name="T0" fmla="*/ 1113 w 1113"/>
                  <a:gd name="T1" fmla="*/ 3492 h 3492"/>
                  <a:gd name="T2" fmla="*/ 1113 w 1113"/>
                  <a:gd name="T3" fmla="*/ 0 h 34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13" h="3492">
                    <a:moveTo>
                      <a:pt x="1113" y="3492"/>
                    </a:moveTo>
                    <a:cubicBezTo>
                      <a:pt x="0" y="2522"/>
                      <a:pt x="0" y="1358"/>
                      <a:pt x="1113" y="0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17" name="Freeform 22">
                <a:extLst>
                  <a:ext uri="{FF2B5EF4-FFF2-40B4-BE49-F238E27FC236}">
                    <a16:creationId xmlns:a16="http://schemas.microsoft.com/office/drawing/2014/main" id="{A3DCCCF0-4B1B-4781-AB93-AF7EFC4D9D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0176" y="1827213"/>
                <a:ext cx="554038" cy="1039813"/>
              </a:xfrm>
              <a:custGeom>
                <a:avLst/>
                <a:gdLst>
                  <a:gd name="T0" fmla="*/ 1522 w 1522"/>
                  <a:gd name="T1" fmla="*/ 2857 h 2857"/>
                  <a:gd name="T2" fmla="*/ 252 w 1522"/>
                  <a:gd name="T3" fmla="*/ 0 h 28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522" h="2857">
                    <a:moveTo>
                      <a:pt x="1522" y="2857"/>
                    </a:moveTo>
                    <a:cubicBezTo>
                      <a:pt x="423" y="2312"/>
                      <a:pt x="0" y="1360"/>
                      <a:pt x="252" y="0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18" name="Freeform 23">
                <a:extLst>
                  <a:ext uri="{FF2B5EF4-FFF2-40B4-BE49-F238E27FC236}">
                    <a16:creationId xmlns:a16="http://schemas.microsoft.com/office/drawing/2014/main" id="{95E59D20-0FE5-440B-9AC9-9A0D9ECB3D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0288" y="2867025"/>
                <a:ext cx="1617663" cy="1155700"/>
              </a:xfrm>
              <a:custGeom>
                <a:avLst/>
                <a:gdLst>
                  <a:gd name="T0" fmla="*/ 4452 w 4452"/>
                  <a:gd name="T1" fmla="*/ 3175 h 3175"/>
                  <a:gd name="T2" fmla="*/ 0 w 4452"/>
                  <a:gd name="T3" fmla="*/ 0 h 3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452" h="3175">
                    <a:moveTo>
                      <a:pt x="4452" y="3175"/>
                    </a:moveTo>
                    <a:cubicBezTo>
                      <a:pt x="2905" y="2843"/>
                      <a:pt x="1422" y="1785"/>
                      <a:pt x="0" y="0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19" name="Freeform 24">
                <a:extLst>
                  <a:ext uri="{FF2B5EF4-FFF2-40B4-BE49-F238E27FC236}">
                    <a16:creationId xmlns:a16="http://schemas.microsoft.com/office/drawing/2014/main" id="{FF228CEA-6D0E-4AF1-8481-9503B31C90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1038" y="2867025"/>
                <a:ext cx="1617663" cy="1155700"/>
              </a:xfrm>
              <a:custGeom>
                <a:avLst/>
                <a:gdLst>
                  <a:gd name="T0" fmla="*/ 0 w 4452"/>
                  <a:gd name="T1" fmla="*/ 3175 h 3175"/>
                  <a:gd name="T2" fmla="*/ 4452 w 4452"/>
                  <a:gd name="T3" fmla="*/ 0 h 3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452" h="3175">
                    <a:moveTo>
                      <a:pt x="0" y="3175"/>
                    </a:moveTo>
                    <a:cubicBezTo>
                      <a:pt x="1547" y="2843"/>
                      <a:pt x="3030" y="1785"/>
                      <a:pt x="4452" y="0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20" name="Freeform 25">
                <a:extLst>
                  <a:ext uri="{FF2B5EF4-FFF2-40B4-BE49-F238E27FC236}">
                    <a16:creationId xmlns:a16="http://schemas.microsoft.com/office/drawing/2014/main" id="{4C97EE4C-D0A2-4A8F-A9C3-5C9B3F6873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0288" y="2867025"/>
                <a:ext cx="1617663" cy="1155700"/>
              </a:xfrm>
              <a:custGeom>
                <a:avLst/>
                <a:gdLst>
                  <a:gd name="T0" fmla="*/ 4452 w 4452"/>
                  <a:gd name="T1" fmla="*/ 0 h 3176"/>
                  <a:gd name="T2" fmla="*/ 0 w 4452"/>
                  <a:gd name="T3" fmla="*/ 3176 h 3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452" h="3176">
                    <a:moveTo>
                      <a:pt x="4452" y="0"/>
                    </a:moveTo>
                    <a:cubicBezTo>
                      <a:pt x="2905" y="320"/>
                      <a:pt x="1422" y="1379"/>
                      <a:pt x="0" y="3176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21" name="Freeform 26">
                <a:extLst>
                  <a:ext uri="{FF2B5EF4-FFF2-40B4-BE49-F238E27FC236}">
                    <a16:creationId xmlns:a16="http://schemas.microsoft.com/office/drawing/2014/main" id="{0AC8A55E-74F4-44C8-AE3C-CE6A17567C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1038" y="2867025"/>
                <a:ext cx="1617663" cy="1155700"/>
              </a:xfrm>
              <a:custGeom>
                <a:avLst/>
                <a:gdLst>
                  <a:gd name="T0" fmla="*/ 0 w 4452"/>
                  <a:gd name="T1" fmla="*/ 0 h 3175"/>
                  <a:gd name="T2" fmla="*/ 4452 w 4452"/>
                  <a:gd name="T3" fmla="*/ 3175 h 3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452" h="3175">
                    <a:moveTo>
                      <a:pt x="0" y="0"/>
                    </a:moveTo>
                    <a:cubicBezTo>
                      <a:pt x="1547" y="332"/>
                      <a:pt x="3030" y="1390"/>
                      <a:pt x="4452" y="3175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22" name="Line 27">
                <a:extLst>
                  <a:ext uri="{FF2B5EF4-FFF2-40B4-BE49-F238E27FC236}">
                    <a16:creationId xmlns:a16="http://schemas.microsoft.com/office/drawing/2014/main" id="{F3FC0F53-01FB-4126-AB5E-1E4E9EB57F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761038" y="2867025"/>
                <a:ext cx="695325" cy="11557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23" name="Line 28">
                <a:extLst>
                  <a:ext uri="{FF2B5EF4-FFF2-40B4-BE49-F238E27FC236}">
                    <a16:creationId xmlns:a16="http://schemas.microsoft.com/office/drawing/2014/main" id="{77C2BB57-EE75-4912-89F5-17F9646B1D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64213" y="2867025"/>
                <a:ext cx="692150" cy="11557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24" name="Line 29">
                <a:extLst>
                  <a:ext uri="{FF2B5EF4-FFF2-40B4-BE49-F238E27FC236}">
                    <a16:creationId xmlns:a16="http://schemas.microsoft.com/office/drawing/2014/main" id="{DEFC2517-1EAA-4221-B605-96AB870889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40288" y="2173288"/>
                <a:ext cx="1616075" cy="69373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25" name="Line 30">
                <a:extLst>
                  <a:ext uri="{FF2B5EF4-FFF2-40B4-BE49-F238E27FC236}">
                    <a16:creationId xmlns:a16="http://schemas.microsoft.com/office/drawing/2014/main" id="{38D63036-ECEF-40E3-B664-C2282A78DF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764213" y="2173288"/>
                <a:ext cx="1614488" cy="69373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26" name="Freeform 31">
                <a:extLst>
                  <a:ext uri="{FF2B5EF4-FFF2-40B4-BE49-F238E27FC236}">
                    <a16:creationId xmlns:a16="http://schemas.microsoft.com/office/drawing/2014/main" id="{F50DE97B-52C5-463B-9B34-F681A6FED4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56363" y="2173288"/>
                <a:ext cx="403225" cy="1271588"/>
              </a:xfrm>
              <a:custGeom>
                <a:avLst/>
                <a:gdLst>
                  <a:gd name="T0" fmla="*/ 0 w 1113"/>
                  <a:gd name="T1" fmla="*/ 3492 h 3492"/>
                  <a:gd name="T2" fmla="*/ 0 w 1113"/>
                  <a:gd name="T3" fmla="*/ 0 h 34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13" h="3492">
                    <a:moveTo>
                      <a:pt x="0" y="3492"/>
                    </a:moveTo>
                    <a:cubicBezTo>
                      <a:pt x="1113" y="2522"/>
                      <a:pt x="1113" y="1358"/>
                      <a:pt x="0" y="0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27" name="Freeform 32">
                <a:extLst>
                  <a:ext uri="{FF2B5EF4-FFF2-40B4-BE49-F238E27FC236}">
                    <a16:creationId xmlns:a16="http://schemas.microsoft.com/office/drawing/2014/main" id="{9C1D7167-635F-422B-938F-DF13ADA2D8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56363" y="2173288"/>
                <a:ext cx="690563" cy="1271588"/>
              </a:xfrm>
              <a:custGeom>
                <a:avLst/>
                <a:gdLst>
                  <a:gd name="T0" fmla="*/ 1905 w 1905"/>
                  <a:gd name="T1" fmla="*/ 3492 h 3492"/>
                  <a:gd name="T2" fmla="*/ 0 w 1905"/>
                  <a:gd name="T3" fmla="*/ 0 h 34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05" h="3492">
                    <a:moveTo>
                      <a:pt x="1905" y="3492"/>
                    </a:moveTo>
                    <a:cubicBezTo>
                      <a:pt x="1833" y="2157"/>
                      <a:pt x="1198" y="993"/>
                      <a:pt x="0" y="0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28" name="Line 33">
                <a:extLst>
                  <a:ext uri="{FF2B5EF4-FFF2-40B4-BE49-F238E27FC236}">
                    <a16:creationId xmlns:a16="http://schemas.microsoft.com/office/drawing/2014/main" id="{296AED61-55B7-481D-80DA-A77D599E01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764213" y="2173288"/>
                <a:ext cx="692150" cy="69373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29" name="Line 34">
                <a:extLst>
                  <a:ext uri="{FF2B5EF4-FFF2-40B4-BE49-F238E27FC236}">
                    <a16:creationId xmlns:a16="http://schemas.microsoft.com/office/drawing/2014/main" id="{85F29A26-2826-4FCB-A3B3-BD0D607977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64213" y="2173288"/>
                <a:ext cx="692150" cy="69373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30" name="Line 35">
                <a:extLst>
                  <a:ext uri="{FF2B5EF4-FFF2-40B4-BE49-F238E27FC236}">
                    <a16:creationId xmlns:a16="http://schemas.microsoft.com/office/drawing/2014/main" id="{278CB53B-E8EC-42AB-9D22-C7FD14A392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64213" y="4716463"/>
                <a:ext cx="692150" cy="57943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31" name="Line 36">
                <a:extLst>
                  <a:ext uri="{FF2B5EF4-FFF2-40B4-BE49-F238E27FC236}">
                    <a16:creationId xmlns:a16="http://schemas.microsoft.com/office/drawing/2014/main" id="{A6FADB87-3390-4AE5-BD48-06773B6FF1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4213" y="4716463"/>
                <a:ext cx="692150" cy="57943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32" name="Line 37">
                <a:extLst>
                  <a:ext uri="{FF2B5EF4-FFF2-40B4-BE49-F238E27FC236}">
                    <a16:creationId xmlns:a16="http://schemas.microsoft.com/office/drawing/2014/main" id="{4E8638A5-9B2A-480A-98AE-2C18FFF97A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456363" y="5064125"/>
                <a:ext cx="460375" cy="23018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33" name="Line 38">
                <a:extLst>
                  <a:ext uri="{FF2B5EF4-FFF2-40B4-BE49-F238E27FC236}">
                    <a16:creationId xmlns:a16="http://schemas.microsoft.com/office/drawing/2014/main" id="{FE46DA89-D903-476C-B09F-8FA390E455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10101" y="4716463"/>
                <a:ext cx="692150" cy="34766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34" name="Line 39">
                <a:extLst>
                  <a:ext uri="{FF2B5EF4-FFF2-40B4-BE49-F238E27FC236}">
                    <a16:creationId xmlns:a16="http://schemas.microsoft.com/office/drawing/2014/main" id="{C0E591C2-0D7C-4A1A-9319-062A7874B3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0288" y="4022725"/>
                <a:ext cx="461963" cy="10414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35" name="Line 40">
                <a:extLst>
                  <a:ext uri="{FF2B5EF4-FFF2-40B4-BE49-F238E27FC236}">
                    <a16:creationId xmlns:a16="http://schemas.microsoft.com/office/drawing/2014/main" id="{3C579E48-A394-4EE2-848B-2202D37E69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02251" y="4716463"/>
                <a:ext cx="461963" cy="34766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36" name="Line 41">
                <a:extLst>
                  <a:ext uri="{FF2B5EF4-FFF2-40B4-BE49-F238E27FC236}">
                    <a16:creationId xmlns:a16="http://schemas.microsoft.com/office/drawing/2014/main" id="{4D27F2FF-DDF0-4D62-9565-87C1DB4849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56363" y="4716463"/>
                <a:ext cx="460375" cy="34766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37" name="Line 42">
                <a:extLst>
                  <a:ext uri="{FF2B5EF4-FFF2-40B4-BE49-F238E27FC236}">
                    <a16:creationId xmlns:a16="http://schemas.microsoft.com/office/drawing/2014/main" id="{34A7327C-1BE4-47FC-85F1-DA2F9ECB45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916738" y="4716463"/>
                <a:ext cx="692150" cy="34766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38" name="Line 43">
                <a:extLst>
                  <a:ext uri="{FF2B5EF4-FFF2-40B4-BE49-F238E27FC236}">
                    <a16:creationId xmlns:a16="http://schemas.microsoft.com/office/drawing/2014/main" id="{C7100F01-60F1-41B5-B0C5-FAA4DC41E6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916738" y="4022725"/>
                <a:ext cx="461963" cy="10414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39" name="Line 44">
                <a:extLst>
                  <a:ext uri="{FF2B5EF4-FFF2-40B4-BE49-F238E27FC236}">
                    <a16:creationId xmlns:a16="http://schemas.microsoft.com/office/drawing/2014/main" id="{646439E4-5480-44CC-972A-83B06ABAB7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10101" y="4022725"/>
                <a:ext cx="1846263" cy="69373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40" name="Line 45">
                <a:extLst>
                  <a:ext uri="{FF2B5EF4-FFF2-40B4-BE49-F238E27FC236}">
                    <a16:creationId xmlns:a16="http://schemas.microsoft.com/office/drawing/2014/main" id="{D12B0507-FCB7-4F40-9D06-B7B7F71B6F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4213" y="4022725"/>
                <a:ext cx="1844675" cy="69373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41" name="Line 46">
                <a:extLst>
                  <a:ext uri="{FF2B5EF4-FFF2-40B4-BE49-F238E27FC236}">
                    <a16:creationId xmlns:a16="http://schemas.microsoft.com/office/drawing/2014/main" id="{467E7259-6B20-4889-9B06-0FECC0ACD0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40288" y="3444875"/>
                <a:ext cx="231775" cy="5778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42" name="Line 47">
                <a:extLst>
                  <a:ext uri="{FF2B5EF4-FFF2-40B4-BE49-F238E27FC236}">
                    <a16:creationId xmlns:a16="http://schemas.microsoft.com/office/drawing/2014/main" id="{E929E153-3716-4D35-A16E-0E742C85FB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46926" y="3444875"/>
                <a:ext cx="231775" cy="5778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43" name="Line 48">
                <a:extLst>
                  <a:ext uri="{FF2B5EF4-FFF2-40B4-BE49-F238E27FC236}">
                    <a16:creationId xmlns:a16="http://schemas.microsoft.com/office/drawing/2014/main" id="{8E28C097-DCA4-430F-85B4-DDB9FE2ED5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9913" y="3444875"/>
                <a:ext cx="1384300" cy="5778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44" name="Line 49">
                <a:extLst>
                  <a:ext uri="{FF2B5EF4-FFF2-40B4-BE49-F238E27FC236}">
                    <a16:creationId xmlns:a16="http://schemas.microsoft.com/office/drawing/2014/main" id="{C8FA3D91-1CB1-4798-A989-0B431C06CF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9913" y="3444875"/>
                <a:ext cx="460375" cy="5778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45" name="Line 50">
                <a:extLst>
                  <a:ext uri="{FF2B5EF4-FFF2-40B4-BE49-F238E27FC236}">
                    <a16:creationId xmlns:a16="http://schemas.microsoft.com/office/drawing/2014/main" id="{120CC62B-FB79-4E4D-86EE-B09D682C7B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456363" y="3444875"/>
                <a:ext cx="1382713" cy="5778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46" name="Line 51">
                <a:extLst>
                  <a:ext uri="{FF2B5EF4-FFF2-40B4-BE49-F238E27FC236}">
                    <a16:creationId xmlns:a16="http://schemas.microsoft.com/office/drawing/2014/main" id="{96ECA1E9-A75B-4861-AB0D-9C5739C407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378701" y="3444875"/>
                <a:ext cx="460375" cy="5778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47" name="Line 52">
                <a:extLst>
                  <a:ext uri="{FF2B5EF4-FFF2-40B4-BE49-F238E27FC236}">
                    <a16:creationId xmlns:a16="http://schemas.microsoft.com/office/drawing/2014/main" id="{EBD23618-D652-49AB-954C-F8FE00E9F5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4213" y="3444875"/>
                <a:ext cx="0" cy="5778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48" name="Line 53">
                <a:extLst>
                  <a:ext uri="{FF2B5EF4-FFF2-40B4-BE49-F238E27FC236}">
                    <a16:creationId xmlns:a16="http://schemas.microsoft.com/office/drawing/2014/main" id="{B15A834F-6800-4127-A2B2-D729822096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56363" y="3444875"/>
                <a:ext cx="0" cy="5778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49" name="Line 54">
                <a:extLst>
                  <a:ext uri="{FF2B5EF4-FFF2-40B4-BE49-F238E27FC236}">
                    <a16:creationId xmlns:a16="http://schemas.microsoft.com/office/drawing/2014/main" id="{C5A6612E-86A4-45BF-B6AF-056C447BAF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302251" y="5064125"/>
                <a:ext cx="461963" cy="23018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50" name="Line 55">
                <a:extLst>
                  <a:ext uri="{FF2B5EF4-FFF2-40B4-BE49-F238E27FC236}">
                    <a16:creationId xmlns:a16="http://schemas.microsoft.com/office/drawing/2014/main" id="{F4D33679-2254-4D3D-9A84-1AF4D6EEC9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9913" y="3444875"/>
                <a:ext cx="230188" cy="127158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51" name="Line 56">
                <a:extLst>
                  <a:ext uri="{FF2B5EF4-FFF2-40B4-BE49-F238E27FC236}">
                    <a16:creationId xmlns:a16="http://schemas.microsoft.com/office/drawing/2014/main" id="{182ABB8C-D8A6-486D-9529-70C1E9632C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608888" y="3444875"/>
                <a:ext cx="230188" cy="127158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52" name="Freeform 57">
                <a:extLst>
                  <a:ext uri="{FF2B5EF4-FFF2-40B4-BE49-F238E27FC236}">
                    <a16:creationId xmlns:a16="http://schemas.microsoft.com/office/drawing/2014/main" id="{49D04799-08FF-4B9E-9994-F61E022CFE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2063" y="3444875"/>
                <a:ext cx="692150" cy="1271588"/>
              </a:xfrm>
              <a:custGeom>
                <a:avLst/>
                <a:gdLst>
                  <a:gd name="T0" fmla="*/ 0 w 1905"/>
                  <a:gd name="T1" fmla="*/ 0 h 3492"/>
                  <a:gd name="T2" fmla="*/ 1905 w 1905"/>
                  <a:gd name="T3" fmla="*/ 3492 h 34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05" h="3492">
                    <a:moveTo>
                      <a:pt x="0" y="0"/>
                    </a:moveTo>
                    <a:cubicBezTo>
                      <a:pt x="72" y="1335"/>
                      <a:pt x="707" y="2499"/>
                      <a:pt x="1905" y="3492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53" name="Freeform 58">
                <a:extLst>
                  <a:ext uri="{FF2B5EF4-FFF2-40B4-BE49-F238E27FC236}">
                    <a16:creationId xmlns:a16="http://schemas.microsoft.com/office/drawing/2014/main" id="{C0467563-B05A-43FA-88BC-9A68B18061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60988" y="3444875"/>
                <a:ext cx="404813" cy="1271588"/>
              </a:xfrm>
              <a:custGeom>
                <a:avLst/>
                <a:gdLst>
                  <a:gd name="T0" fmla="*/ 1113 w 1113"/>
                  <a:gd name="T1" fmla="*/ 0 h 3492"/>
                  <a:gd name="T2" fmla="*/ 1113 w 1113"/>
                  <a:gd name="T3" fmla="*/ 3492 h 34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13" h="3492">
                    <a:moveTo>
                      <a:pt x="1113" y="0"/>
                    </a:moveTo>
                    <a:cubicBezTo>
                      <a:pt x="0" y="970"/>
                      <a:pt x="0" y="2134"/>
                      <a:pt x="1113" y="3492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54" name="Freeform 59">
                <a:extLst>
                  <a:ext uri="{FF2B5EF4-FFF2-40B4-BE49-F238E27FC236}">
                    <a16:creationId xmlns:a16="http://schemas.microsoft.com/office/drawing/2014/main" id="{D9BF24A0-CF5D-4C43-8D97-3B2972C298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0176" y="4022725"/>
                <a:ext cx="554038" cy="1041400"/>
              </a:xfrm>
              <a:custGeom>
                <a:avLst/>
                <a:gdLst>
                  <a:gd name="T0" fmla="*/ 1522 w 1522"/>
                  <a:gd name="T1" fmla="*/ 0 h 2857"/>
                  <a:gd name="T2" fmla="*/ 252 w 1522"/>
                  <a:gd name="T3" fmla="*/ 2857 h 28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522" h="2857">
                    <a:moveTo>
                      <a:pt x="1522" y="0"/>
                    </a:moveTo>
                    <a:cubicBezTo>
                      <a:pt x="423" y="545"/>
                      <a:pt x="0" y="1497"/>
                      <a:pt x="252" y="2857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55" name="Line 60">
                <a:extLst>
                  <a:ext uri="{FF2B5EF4-FFF2-40B4-BE49-F238E27FC236}">
                    <a16:creationId xmlns:a16="http://schemas.microsoft.com/office/drawing/2014/main" id="{7398EEBA-0698-4BB0-B938-73400F2E80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840288" y="4022725"/>
                <a:ext cx="1616075" cy="69373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56" name="Line 61">
                <a:extLst>
                  <a:ext uri="{FF2B5EF4-FFF2-40B4-BE49-F238E27FC236}">
                    <a16:creationId xmlns:a16="http://schemas.microsoft.com/office/drawing/2014/main" id="{F081BA53-9CD6-4EFD-A1CF-ABA2DC0527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64213" y="4022725"/>
                <a:ext cx="1614488" cy="69373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57" name="Freeform 62">
                <a:extLst>
                  <a:ext uri="{FF2B5EF4-FFF2-40B4-BE49-F238E27FC236}">
                    <a16:creationId xmlns:a16="http://schemas.microsoft.com/office/drawing/2014/main" id="{03885EBE-3BAF-49B8-BBB1-66DE33AF76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56363" y="3444875"/>
                <a:ext cx="403225" cy="1271588"/>
              </a:xfrm>
              <a:custGeom>
                <a:avLst/>
                <a:gdLst>
                  <a:gd name="T0" fmla="*/ 0 w 1113"/>
                  <a:gd name="T1" fmla="*/ 0 h 3492"/>
                  <a:gd name="T2" fmla="*/ 0 w 1113"/>
                  <a:gd name="T3" fmla="*/ 3492 h 34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13" h="3492">
                    <a:moveTo>
                      <a:pt x="0" y="0"/>
                    </a:moveTo>
                    <a:cubicBezTo>
                      <a:pt x="1113" y="970"/>
                      <a:pt x="1113" y="2134"/>
                      <a:pt x="0" y="3492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58" name="Freeform 63">
                <a:extLst>
                  <a:ext uri="{FF2B5EF4-FFF2-40B4-BE49-F238E27FC236}">
                    <a16:creationId xmlns:a16="http://schemas.microsoft.com/office/drawing/2014/main" id="{2E58F7D6-BD76-4457-9C9F-535A176F85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56363" y="3444875"/>
                <a:ext cx="690563" cy="1271588"/>
              </a:xfrm>
              <a:custGeom>
                <a:avLst/>
                <a:gdLst>
                  <a:gd name="T0" fmla="*/ 1905 w 1905"/>
                  <a:gd name="T1" fmla="*/ 0 h 3492"/>
                  <a:gd name="T2" fmla="*/ 0 w 1905"/>
                  <a:gd name="T3" fmla="*/ 3492 h 34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05" h="3492">
                    <a:moveTo>
                      <a:pt x="1905" y="0"/>
                    </a:moveTo>
                    <a:cubicBezTo>
                      <a:pt x="1833" y="1335"/>
                      <a:pt x="1198" y="2499"/>
                      <a:pt x="0" y="3492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59" name="Line 64">
                <a:extLst>
                  <a:ext uri="{FF2B5EF4-FFF2-40B4-BE49-F238E27FC236}">
                    <a16:creationId xmlns:a16="http://schemas.microsoft.com/office/drawing/2014/main" id="{BC733B49-2345-4FE9-B8D6-3A478BDD41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64213" y="4022725"/>
                <a:ext cx="692150" cy="69373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60" name="Line 65">
                <a:extLst>
                  <a:ext uri="{FF2B5EF4-FFF2-40B4-BE49-F238E27FC236}">
                    <a16:creationId xmlns:a16="http://schemas.microsoft.com/office/drawing/2014/main" id="{D72895BF-F9E2-4AAD-AD45-560130D9D8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4213" y="4022725"/>
                <a:ext cx="692150" cy="69373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61" name="Freeform 66">
                <a:extLst>
                  <a:ext uri="{FF2B5EF4-FFF2-40B4-BE49-F238E27FC236}">
                    <a16:creationId xmlns:a16="http://schemas.microsoft.com/office/drawing/2014/main" id="{F708CEB3-203F-4839-82E6-C9C83285F5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56363" y="4022725"/>
                <a:ext cx="552450" cy="1041400"/>
              </a:xfrm>
              <a:custGeom>
                <a:avLst/>
                <a:gdLst>
                  <a:gd name="T0" fmla="*/ 0 w 1522"/>
                  <a:gd name="T1" fmla="*/ 0 h 2857"/>
                  <a:gd name="T2" fmla="*/ 1270 w 1522"/>
                  <a:gd name="T3" fmla="*/ 2857 h 28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522" h="2857">
                    <a:moveTo>
                      <a:pt x="0" y="0"/>
                    </a:moveTo>
                    <a:cubicBezTo>
                      <a:pt x="1099" y="545"/>
                      <a:pt x="1522" y="1497"/>
                      <a:pt x="1270" y="2857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</p:grpSp>
        <p:grpSp>
          <p:nvGrpSpPr>
            <p:cNvPr id="172" name="グループ化 171">
              <a:extLst>
                <a:ext uri="{FF2B5EF4-FFF2-40B4-BE49-F238E27FC236}">
                  <a16:creationId xmlns:a16="http://schemas.microsoft.com/office/drawing/2014/main" id="{32BAF4A2-DD3B-43D1-BE24-44C1CAA3E26E}"/>
                </a:ext>
              </a:extLst>
            </p:cNvPr>
            <p:cNvGrpSpPr/>
            <p:nvPr/>
          </p:nvGrpSpPr>
          <p:grpSpPr>
            <a:xfrm>
              <a:off x="4231767" y="1512888"/>
              <a:ext cx="3728466" cy="3885128"/>
              <a:chOff x="3924605" y="1512888"/>
              <a:chExt cx="3728466" cy="3885128"/>
            </a:xfrm>
            <a:solidFill>
              <a:schemeClr val="bg1"/>
            </a:solidFill>
          </p:grpSpPr>
          <p:sp>
            <p:nvSpPr>
              <p:cNvPr id="173" name="Rectangle 94">
                <a:extLst>
                  <a:ext uri="{FF2B5EF4-FFF2-40B4-BE49-F238E27FC236}">
                    <a16:creationId xmlns:a16="http://schemas.microsoft.com/office/drawing/2014/main" id="{811CA08F-C425-4CC6-9622-7FEEB0932C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08905" y="1512888"/>
                <a:ext cx="26930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A44</a:t>
                </a:r>
                <a:endParaRPr kumimoji="0" lang="ja-JP" altLang="ja-JP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74" name="Rectangle 95">
                <a:extLst>
                  <a:ext uri="{FF2B5EF4-FFF2-40B4-BE49-F238E27FC236}">
                    <a16:creationId xmlns:a16="http://schemas.microsoft.com/office/drawing/2014/main" id="{AC84300A-24B8-4B8A-B7B7-AB2F3A43A2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4792" y="2090738"/>
                <a:ext cx="26930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A33</a:t>
                </a:r>
                <a:endParaRPr kumimoji="0" lang="ja-JP" altLang="ja-JP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75" name="Rectangle 96">
                <a:extLst>
                  <a:ext uri="{FF2B5EF4-FFF2-40B4-BE49-F238E27FC236}">
                    <a16:creationId xmlns:a16="http://schemas.microsoft.com/office/drawing/2014/main" id="{EA71E700-A6EA-4A5D-B827-80BC6D3573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08905" y="2090738"/>
                <a:ext cx="26930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A24</a:t>
                </a:r>
                <a:endParaRPr kumimoji="0" lang="ja-JP" altLang="ja-JP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76" name="Rectangle 97">
                <a:extLst>
                  <a:ext uri="{FF2B5EF4-FFF2-40B4-BE49-F238E27FC236}">
                    <a16:creationId xmlns:a16="http://schemas.microsoft.com/office/drawing/2014/main" id="{9F1DD1A8-9EE4-4C59-A0A2-A6997F5D46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08905" y="2784475"/>
                <a:ext cx="26930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A23</a:t>
                </a:r>
                <a:endParaRPr kumimoji="0" lang="ja-JP" altLang="ja-JP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77" name="Rectangle 98">
                <a:extLst>
                  <a:ext uri="{FF2B5EF4-FFF2-40B4-BE49-F238E27FC236}">
                    <a16:creationId xmlns:a16="http://schemas.microsoft.com/office/drawing/2014/main" id="{CBFC523C-575D-43FE-AF41-BA03C17961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84980" y="2784475"/>
                <a:ext cx="26930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A14</a:t>
                </a:r>
                <a:endParaRPr kumimoji="0" lang="ja-JP" altLang="ja-JP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78" name="Rectangle 99">
                <a:extLst>
                  <a:ext uri="{FF2B5EF4-FFF2-40B4-BE49-F238E27FC236}">
                    <a16:creationId xmlns:a16="http://schemas.microsoft.com/office/drawing/2014/main" id="{FE5A916C-36C2-48C3-8433-FE65A28CE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02642" y="3362325"/>
                <a:ext cx="26930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A22</a:t>
                </a:r>
                <a:endParaRPr kumimoji="0" lang="ja-JP" altLang="ja-JP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79" name="Rectangle 100">
                <a:extLst>
                  <a:ext uri="{FF2B5EF4-FFF2-40B4-BE49-F238E27FC236}">
                    <a16:creationId xmlns:a16="http://schemas.microsoft.com/office/drawing/2014/main" id="{964DDFD9-D17A-49D0-80DD-342B8DA0C6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83767" y="3362325"/>
                <a:ext cx="26930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A13</a:t>
                </a:r>
                <a:endParaRPr kumimoji="0" lang="ja-JP" altLang="ja-JP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80" name="Rectangle 101">
                <a:extLst>
                  <a:ext uri="{FF2B5EF4-FFF2-40B4-BE49-F238E27FC236}">
                    <a16:creationId xmlns:a16="http://schemas.microsoft.com/office/drawing/2014/main" id="{52150E60-F2CE-44AD-A4D3-0A46773CE4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91617" y="3362325"/>
                <a:ext cx="26930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A04</a:t>
                </a:r>
                <a:endParaRPr kumimoji="0" lang="ja-JP" altLang="ja-JP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81" name="Rectangle 102">
                <a:extLst>
                  <a:ext uri="{FF2B5EF4-FFF2-40B4-BE49-F238E27FC236}">
                    <a16:creationId xmlns:a16="http://schemas.microsoft.com/office/drawing/2014/main" id="{125AC364-2957-4CE6-933C-CE70164887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08905" y="3940175"/>
                <a:ext cx="26930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A12</a:t>
                </a:r>
                <a:endParaRPr kumimoji="0" lang="ja-JP" altLang="ja-JP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82" name="Rectangle 103">
                <a:extLst>
                  <a:ext uri="{FF2B5EF4-FFF2-40B4-BE49-F238E27FC236}">
                    <a16:creationId xmlns:a16="http://schemas.microsoft.com/office/drawing/2014/main" id="{56960551-4347-48F9-828D-B8398BE9DA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84980" y="3940175"/>
                <a:ext cx="26930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A03</a:t>
                </a:r>
                <a:endParaRPr kumimoji="0" lang="ja-JP" altLang="ja-JP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83" name="Rectangle 104">
                <a:extLst>
                  <a:ext uri="{FF2B5EF4-FFF2-40B4-BE49-F238E27FC236}">
                    <a16:creationId xmlns:a16="http://schemas.microsoft.com/office/drawing/2014/main" id="{52CD7914-5CE3-427E-A581-8F0104E491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53580" y="4633913"/>
                <a:ext cx="27411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B11</a:t>
                </a:r>
                <a:endParaRPr kumimoji="0" lang="ja-JP" altLang="ja-JP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84" name="Rectangle 105">
                <a:extLst>
                  <a:ext uri="{FF2B5EF4-FFF2-40B4-BE49-F238E27FC236}">
                    <a16:creationId xmlns:a16="http://schemas.microsoft.com/office/drawing/2014/main" id="{DF99A4A7-27A4-4862-8862-505B3613AD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99467" y="4633913"/>
                <a:ext cx="27411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B02</a:t>
                </a:r>
                <a:endParaRPr kumimoji="0" lang="ja-JP" altLang="ja-JP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85" name="Rectangle 106">
                <a:extLst>
                  <a:ext uri="{FF2B5EF4-FFF2-40B4-BE49-F238E27FC236}">
                    <a16:creationId xmlns:a16="http://schemas.microsoft.com/office/drawing/2014/main" id="{C4159A9A-69D4-4C84-9354-5F78D57EBF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6942" y="4981575"/>
                <a:ext cx="27411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B01</a:t>
                </a:r>
                <a:endParaRPr kumimoji="0" lang="ja-JP" altLang="ja-JP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86" name="Rectangle 107">
                <a:extLst>
                  <a:ext uri="{FF2B5EF4-FFF2-40B4-BE49-F238E27FC236}">
                    <a16:creationId xmlns:a16="http://schemas.microsoft.com/office/drawing/2014/main" id="{1F9C7C19-60A4-42F4-8EFC-57ED03C615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99467" y="5213350"/>
                <a:ext cx="27411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B00</a:t>
                </a:r>
                <a:endParaRPr kumimoji="0" lang="ja-JP" altLang="ja-JP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87" name="Rectangle 108">
                <a:extLst>
                  <a:ext uri="{FF2B5EF4-FFF2-40B4-BE49-F238E27FC236}">
                    <a16:creationId xmlns:a16="http://schemas.microsoft.com/office/drawing/2014/main" id="{3D312A05-160D-4837-80ED-230B5E38A2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3767" y="1744663"/>
                <a:ext cx="27411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B34</a:t>
                </a:r>
                <a:endParaRPr kumimoji="0" lang="ja-JP" altLang="ja-JP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88" name="Rectangle 109">
                <a:extLst>
                  <a:ext uri="{FF2B5EF4-FFF2-40B4-BE49-F238E27FC236}">
                    <a16:creationId xmlns:a16="http://schemas.microsoft.com/office/drawing/2014/main" id="{1AB3418E-DE97-4740-9853-56B95E378E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99467" y="2090738"/>
                <a:ext cx="27411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B24</a:t>
                </a:r>
                <a:endParaRPr kumimoji="0" lang="ja-JP" altLang="ja-JP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89" name="Rectangle 110">
                <a:extLst>
                  <a:ext uri="{FF2B5EF4-FFF2-40B4-BE49-F238E27FC236}">
                    <a16:creationId xmlns:a16="http://schemas.microsoft.com/office/drawing/2014/main" id="{629A7D7C-0723-4EC9-9957-2940037A1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99467" y="2784475"/>
                <a:ext cx="27411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B23</a:t>
                </a:r>
                <a:endParaRPr kumimoji="0" lang="ja-JP" altLang="ja-JP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90" name="Rectangle 111">
                <a:extLst>
                  <a:ext uri="{FF2B5EF4-FFF2-40B4-BE49-F238E27FC236}">
                    <a16:creationId xmlns:a16="http://schemas.microsoft.com/office/drawing/2014/main" id="{2CBD0A3C-7CD6-4FF3-9E48-7E8D057314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23392" y="2784475"/>
                <a:ext cx="27411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B14</a:t>
                </a:r>
                <a:endParaRPr kumimoji="0" lang="ja-JP" altLang="ja-JP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91" name="Rectangle 112">
                <a:extLst>
                  <a:ext uri="{FF2B5EF4-FFF2-40B4-BE49-F238E27FC236}">
                    <a16:creationId xmlns:a16="http://schemas.microsoft.com/office/drawing/2014/main" id="{518DAA16-E37E-468A-BA33-8A252EA7E4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0492" y="3362325"/>
                <a:ext cx="27411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B22</a:t>
                </a:r>
                <a:endParaRPr kumimoji="0" lang="ja-JP" altLang="ja-JP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92" name="Rectangle 113">
                <a:extLst>
                  <a:ext uri="{FF2B5EF4-FFF2-40B4-BE49-F238E27FC236}">
                    <a16:creationId xmlns:a16="http://schemas.microsoft.com/office/drawing/2014/main" id="{B7D505EA-0C40-480D-AC80-973F101C19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4605" y="3362325"/>
                <a:ext cx="27411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B13</a:t>
                </a:r>
                <a:endParaRPr kumimoji="0" lang="ja-JP" altLang="ja-JP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93" name="Rectangle 114">
                <a:extLst>
                  <a:ext uri="{FF2B5EF4-FFF2-40B4-BE49-F238E27FC236}">
                    <a16:creationId xmlns:a16="http://schemas.microsoft.com/office/drawing/2014/main" id="{B7ECD9B4-90E5-4453-AB2F-A674DA2F62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6755" y="3362325"/>
                <a:ext cx="27411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B04</a:t>
                </a:r>
                <a:endParaRPr kumimoji="0" lang="ja-JP" altLang="ja-JP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94" name="Rectangle 115">
                <a:extLst>
                  <a:ext uri="{FF2B5EF4-FFF2-40B4-BE49-F238E27FC236}">
                    <a16:creationId xmlns:a16="http://schemas.microsoft.com/office/drawing/2014/main" id="{67A5022D-3B54-4AE5-80E3-88F14CD5A8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99467" y="3940175"/>
                <a:ext cx="27411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B12</a:t>
                </a:r>
                <a:endParaRPr kumimoji="0" lang="ja-JP" altLang="ja-JP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95" name="Rectangle 116">
                <a:extLst>
                  <a:ext uri="{FF2B5EF4-FFF2-40B4-BE49-F238E27FC236}">
                    <a16:creationId xmlns:a16="http://schemas.microsoft.com/office/drawing/2014/main" id="{68086AEC-AB4F-423C-BC7F-0D1F30DB04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23392" y="3940175"/>
                <a:ext cx="27411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B03</a:t>
                </a:r>
                <a:endParaRPr kumimoji="0" lang="ja-JP" altLang="ja-JP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96" name="Rectangle 117">
                <a:extLst>
                  <a:ext uri="{FF2B5EF4-FFF2-40B4-BE49-F238E27FC236}">
                    <a16:creationId xmlns:a16="http://schemas.microsoft.com/office/drawing/2014/main" id="{FDBA5082-89F4-454C-903C-4F21646C23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4792" y="4633913"/>
                <a:ext cx="26930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A11</a:t>
                </a:r>
                <a:endParaRPr kumimoji="0" lang="ja-JP" altLang="ja-JP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97" name="Rectangle 118">
                <a:extLst>
                  <a:ext uri="{FF2B5EF4-FFF2-40B4-BE49-F238E27FC236}">
                    <a16:creationId xmlns:a16="http://schemas.microsoft.com/office/drawing/2014/main" id="{FD049120-4894-4678-8CA5-3ACB228DF7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08905" y="4633913"/>
                <a:ext cx="26930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A02</a:t>
                </a:r>
                <a:endParaRPr kumimoji="0" lang="ja-JP" altLang="ja-JP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98" name="Rectangle 119">
                <a:extLst>
                  <a:ext uri="{FF2B5EF4-FFF2-40B4-BE49-F238E27FC236}">
                    <a16:creationId xmlns:a16="http://schemas.microsoft.com/office/drawing/2014/main" id="{DEE741FD-FCF1-4ED4-B404-D6899E7916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61430" y="4981575"/>
                <a:ext cx="26930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A01</a:t>
                </a:r>
                <a:endParaRPr kumimoji="0" lang="ja-JP" altLang="ja-JP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99" name="Rectangle 120">
                <a:extLst>
                  <a:ext uri="{FF2B5EF4-FFF2-40B4-BE49-F238E27FC236}">
                    <a16:creationId xmlns:a16="http://schemas.microsoft.com/office/drawing/2014/main" id="{9C7B9F59-E8AC-4C7A-B89B-B57428C3BD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08905" y="5213350"/>
                <a:ext cx="26930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A00</a:t>
                </a:r>
                <a:endParaRPr kumimoji="0" lang="ja-JP" altLang="ja-JP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431242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2FADC807-0EAA-42E4-B608-695DBF091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成功の状態</a:t>
            </a:r>
            <a:r>
              <a:rPr lang="en-US" altLang="ja-JP" dirty="0"/>
              <a:t>/</a:t>
            </a:r>
            <a:r>
              <a:rPr kumimoji="1" lang="ja-JP" altLang="en-US" dirty="0"/>
              <a:t>失敗の状態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2226275-C3E5-452D-B4FC-16420CE85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双方のプレイヤーが最善の手を選択すると仮定すると，各状態ごとに「成功</a:t>
            </a:r>
            <a:r>
              <a:rPr lang="en-US" altLang="ja-JP" dirty="0"/>
              <a:t>(</a:t>
            </a:r>
            <a:r>
              <a:rPr lang="ja-JP" altLang="en-US" dirty="0"/>
              <a:t>必勝</a:t>
            </a:r>
            <a:r>
              <a:rPr lang="en-US" altLang="ja-JP" dirty="0"/>
              <a:t>)</a:t>
            </a:r>
            <a:r>
              <a:rPr lang="ja-JP" altLang="en-US" dirty="0"/>
              <a:t>」</a:t>
            </a:r>
            <a:r>
              <a:rPr lang="en-US" altLang="ja-JP" dirty="0"/>
              <a:t>(</a:t>
            </a:r>
            <a:r>
              <a:rPr lang="ja-JP" altLang="en-US" dirty="0">
                <a:solidFill>
                  <a:srgbClr val="FF0000"/>
                </a:solidFill>
              </a:rPr>
              <a:t>〇</a:t>
            </a:r>
            <a:r>
              <a:rPr lang="en-US" altLang="ja-JP" dirty="0"/>
              <a:t>)</a:t>
            </a:r>
            <a:r>
              <a:rPr lang="ja-JP" altLang="en-US" dirty="0"/>
              <a:t>か「失敗</a:t>
            </a:r>
            <a:r>
              <a:rPr lang="en-US" altLang="ja-JP" dirty="0"/>
              <a:t>(</a:t>
            </a:r>
            <a:r>
              <a:rPr lang="ja-JP" altLang="en-US" dirty="0"/>
              <a:t>必敗</a:t>
            </a:r>
            <a:r>
              <a:rPr lang="en-US" altLang="ja-JP" dirty="0"/>
              <a:t>)</a:t>
            </a:r>
            <a:r>
              <a:rPr lang="ja-JP" altLang="en-US" dirty="0"/>
              <a:t>」</a:t>
            </a:r>
            <a:r>
              <a:rPr lang="en-US" altLang="ja-JP" dirty="0"/>
              <a:t>(</a:t>
            </a:r>
            <a:r>
              <a:rPr lang="en-US" altLang="ja-JP" sz="3200" dirty="0">
                <a:solidFill>
                  <a:srgbClr val="FF0000"/>
                </a:solidFill>
              </a:rPr>
              <a:t>×</a:t>
            </a:r>
            <a:r>
              <a:rPr lang="en-US" altLang="ja-JP" dirty="0"/>
              <a:t>)</a:t>
            </a:r>
            <a:r>
              <a:rPr lang="ja-JP" altLang="en-US" dirty="0" err="1"/>
              <a:t>かを</a:t>
            </a:r>
            <a:r>
              <a:rPr lang="ja-JP" altLang="en-US" dirty="0"/>
              <a:t>定めることができる．</a:t>
            </a:r>
            <a:endParaRPr lang="en-US" altLang="ja-JP" dirty="0"/>
          </a:p>
          <a:p>
            <a:r>
              <a:rPr kumimoji="1" lang="ja-JP" altLang="en-US" dirty="0"/>
              <a:t>例えば：</a:t>
            </a:r>
            <a:endParaRPr kumimoji="1" lang="en-US" altLang="ja-JP" dirty="0"/>
          </a:p>
          <a:p>
            <a:pPr lvl="1">
              <a:buFont typeface="游ゴシック" panose="020B0400000000000000" pitchFamily="50" charset="-128"/>
              <a:buChar char="‒"/>
            </a:pPr>
            <a:r>
              <a:rPr lang="ja-JP" altLang="en-US" sz="2800" dirty="0"/>
              <a:t>状態 </a:t>
            </a:r>
            <a:r>
              <a:rPr lang="en-US" altLang="ja-JP" sz="2800" dirty="0">
                <a:solidFill>
                  <a:schemeClr val="accent1"/>
                </a:solidFill>
              </a:rPr>
              <a:t>A00</a:t>
            </a:r>
            <a:r>
              <a:rPr lang="ja-JP" altLang="en-US" sz="2800" dirty="0"/>
              <a:t> は，</a:t>
            </a:r>
            <a:r>
              <a:rPr lang="en-US" altLang="ja-JP" sz="2800" dirty="0"/>
              <a:t>A</a:t>
            </a:r>
            <a:r>
              <a:rPr lang="ja-JP" altLang="en-US" sz="2800" dirty="0"/>
              <a:t>にとって</a:t>
            </a:r>
            <a:r>
              <a:rPr lang="ja-JP" altLang="en-US" sz="2800" dirty="0" err="1">
                <a:solidFill>
                  <a:srgbClr val="FF0000"/>
                </a:solidFill>
              </a:rPr>
              <a:t>〇</a:t>
            </a:r>
            <a:r>
              <a:rPr lang="ja-JP" altLang="en-US" sz="2800" dirty="0"/>
              <a:t>（</a:t>
            </a:r>
            <a:r>
              <a:rPr lang="en-US" altLang="ja-JP" sz="2800" dirty="0"/>
              <a:t>B</a:t>
            </a:r>
            <a:r>
              <a:rPr lang="ja-JP" altLang="en-US" sz="2800" dirty="0"/>
              <a:t>にとっては</a:t>
            </a:r>
            <a:r>
              <a:rPr lang="en-US" altLang="ja-JP" sz="3200" dirty="0">
                <a:solidFill>
                  <a:srgbClr val="FF0000"/>
                </a:solidFill>
              </a:rPr>
              <a:t>×</a:t>
            </a:r>
            <a:r>
              <a:rPr lang="ja-JP" altLang="en-US" sz="2800" dirty="0"/>
              <a:t>）</a:t>
            </a:r>
            <a:endParaRPr lang="en-US" altLang="ja-JP" sz="2800" dirty="0"/>
          </a:p>
          <a:p>
            <a:pPr lvl="1">
              <a:buFont typeface="游ゴシック" panose="020B0400000000000000" pitchFamily="50" charset="-128"/>
              <a:buChar char="‒"/>
            </a:pPr>
            <a:r>
              <a:rPr lang="ja-JP" altLang="en-US" sz="2800" dirty="0"/>
              <a:t>状態 </a:t>
            </a:r>
            <a:r>
              <a:rPr lang="en-US" altLang="ja-JP" sz="2800" dirty="0">
                <a:solidFill>
                  <a:schemeClr val="accent1"/>
                </a:solidFill>
              </a:rPr>
              <a:t>B00</a:t>
            </a:r>
            <a:r>
              <a:rPr lang="ja-JP" altLang="en-US" sz="2800" dirty="0"/>
              <a:t> は，</a:t>
            </a:r>
            <a:r>
              <a:rPr lang="en-US" altLang="ja-JP" sz="2800" dirty="0"/>
              <a:t>B</a:t>
            </a:r>
            <a:r>
              <a:rPr lang="ja-JP" altLang="en-US" sz="2800" dirty="0"/>
              <a:t>にとって</a:t>
            </a:r>
            <a:r>
              <a:rPr lang="ja-JP" altLang="en-US" sz="2800" dirty="0" err="1">
                <a:solidFill>
                  <a:srgbClr val="FF0000"/>
                </a:solidFill>
              </a:rPr>
              <a:t>〇</a:t>
            </a:r>
            <a:r>
              <a:rPr lang="ja-JP" altLang="en-US" sz="2800" dirty="0"/>
              <a:t>（</a:t>
            </a:r>
            <a:r>
              <a:rPr lang="en-US" altLang="ja-JP" sz="2800" dirty="0"/>
              <a:t>A</a:t>
            </a:r>
            <a:r>
              <a:rPr lang="ja-JP" altLang="en-US" sz="2800" dirty="0"/>
              <a:t>にとっては</a:t>
            </a:r>
            <a:r>
              <a:rPr lang="en-US" altLang="ja-JP" sz="3200" dirty="0">
                <a:solidFill>
                  <a:srgbClr val="FF0000"/>
                </a:solidFill>
              </a:rPr>
              <a:t>×</a:t>
            </a:r>
            <a:r>
              <a:rPr lang="ja-JP" altLang="en-US" sz="2800" dirty="0"/>
              <a:t>）</a:t>
            </a:r>
            <a:endParaRPr lang="en-US" altLang="ja-JP" sz="2800" dirty="0"/>
          </a:p>
          <a:p>
            <a:endParaRPr kumimoji="1" lang="en-US" altLang="ja-JP" dirty="0"/>
          </a:p>
          <a:p>
            <a:pPr marL="444500" indent="-444500">
              <a:buFont typeface="游ゴシック" panose="020B0400000000000000" pitchFamily="50" charset="-128"/>
              <a:buChar char="※"/>
            </a:pPr>
            <a:r>
              <a:rPr kumimoji="1" lang="en-US" altLang="ja-JP" dirty="0"/>
              <a:t>A</a:t>
            </a:r>
            <a:r>
              <a:rPr kumimoji="1" lang="ja-JP" altLang="en-US" dirty="0"/>
              <a:t>と</a:t>
            </a:r>
            <a:r>
              <a:rPr kumimoji="1" lang="en-US" altLang="ja-JP" dirty="0"/>
              <a:t>B</a:t>
            </a:r>
            <a:r>
              <a:rPr kumimoji="1" lang="ja-JP" altLang="en-US" dirty="0"/>
              <a:t>では，</a:t>
            </a:r>
            <a:r>
              <a:rPr kumimoji="1" lang="ja-JP" altLang="en-US" dirty="0">
                <a:solidFill>
                  <a:srgbClr val="FF0000"/>
                </a:solidFill>
              </a:rPr>
              <a:t>〇</a:t>
            </a:r>
            <a:r>
              <a:rPr kumimoji="1" lang="ja-JP" altLang="en-US" dirty="0"/>
              <a:t>と</a:t>
            </a:r>
            <a:r>
              <a:rPr kumimoji="1" lang="en-US" altLang="ja-JP" sz="3200" dirty="0">
                <a:solidFill>
                  <a:srgbClr val="FF0000"/>
                </a:solidFill>
              </a:rPr>
              <a:t>×</a:t>
            </a:r>
            <a:r>
              <a:rPr kumimoji="1" lang="ja-JP" altLang="en-US" dirty="0"/>
              <a:t>が逆になる．</a:t>
            </a:r>
          </a:p>
        </p:txBody>
      </p:sp>
    </p:spTree>
    <p:extLst>
      <p:ext uri="{BB962C8B-B14F-4D97-AF65-F5344CB8AC3E}">
        <p14:creationId xmlns:p14="http://schemas.microsoft.com/office/powerpoint/2010/main" val="3605247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CCD3C3-B515-4251-9962-D264DDBAA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ゲームの木</a:t>
            </a:r>
            <a:r>
              <a:rPr lang="en-US" altLang="ja-JP" dirty="0"/>
              <a:t>/</a:t>
            </a:r>
            <a:r>
              <a:rPr lang="ja-JP" altLang="en-US" dirty="0"/>
              <a:t>グラフ</a:t>
            </a:r>
            <a:endParaRPr kumimoji="1" lang="ja-JP" altLang="en-US" dirty="0"/>
          </a:p>
        </p:txBody>
      </p:sp>
      <p:grpSp>
        <p:nvGrpSpPr>
          <p:cNvPr id="7" name="グループ化 169">
            <a:extLst>
              <a:ext uri="{FF2B5EF4-FFF2-40B4-BE49-F238E27FC236}">
                <a16:creationId xmlns:a16="http://schemas.microsoft.com/office/drawing/2014/main" id="{18A494BC-8A83-45D4-9644-BBDD6CFE4DB3}"/>
              </a:ext>
            </a:extLst>
          </p:cNvPr>
          <p:cNvGrpSpPr>
            <a:grpSpLocks noChangeAspect="1"/>
          </p:cNvGrpSpPr>
          <p:nvPr/>
        </p:nvGrpSpPr>
        <p:grpSpPr>
          <a:xfrm>
            <a:off x="5519553" y="515154"/>
            <a:ext cx="5592699" cy="5827692"/>
            <a:chOff x="4231767" y="1512888"/>
            <a:chExt cx="3728466" cy="3885128"/>
          </a:xfrm>
        </p:grpSpPr>
        <p:grpSp>
          <p:nvGrpSpPr>
            <p:cNvPr id="8" name="グループ化 170">
              <a:extLst>
                <a:ext uri="{FF2B5EF4-FFF2-40B4-BE49-F238E27FC236}">
                  <a16:creationId xmlns:a16="http://schemas.microsoft.com/office/drawing/2014/main" id="{D909A184-51FF-456C-8B85-AFD0BF5EE767}"/>
                </a:ext>
              </a:extLst>
            </p:cNvPr>
            <p:cNvGrpSpPr/>
            <p:nvPr/>
          </p:nvGrpSpPr>
          <p:grpSpPr>
            <a:xfrm>
              <a:off x="4379913" y="1595438"/>
              <a:ext cx="3459163" cy="3700463"/>
              <a:chOff x="4379913" y="1595438"/>
              <a:chExt cx="3459163" cy="3700463"/>
            </a:xfrm>
          </p:grpSpPr>
          <p:sp>
            <p:nvSpPr>
              <p:cNvPr id="200" name="Line 5">
                <a:extLst>
                  <a:ext uri="{FF2B5EF4-FFF2-40B4-BE49-F238E27FC236}">
                    <a16:creationId xmlns:a16="http://schemas.microsoft.com/office/drawing/2014/main" id="{FD76A245-314A-4EEF-BAE4-167632352E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764213" y="1595438"/>
                <a:ext cx="692150" cy="5778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01" name="Line 6">
                <a:extLst>
                  <a:ext uri="{FF2B5EF4-FFF2-40B4-BE49-F238E27FC236}">
                    <a16:creationId xmlns:a16="http://schemas.microsoft.com/office/drawing/2014/main" id="{7BB6CFBA-71FF-4394-B5F4-D5555CCB1D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10101" y="1827213"/>
                <a:ext cx="692150" cy="3460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02" name="Line 7">
                <a:extLst>
                  <a:ext uri="{FF2B5EF4-FFF2-40B4-BE49-F238E27FC236}">
                    <a16:creationId xmlns:a16="http://schemas.microsoft.com/office/drawing/2014/main" id="{E37DA6EF-4F72-4527-9A2E-0819B3601F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40288" y="1827213"/>
                <a:ext cx="461963" cy="103981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03" name="Line 8">
                <a:extLst>
                  <a:ext uri="{FF2B5EF4-FFF2-40B4-BE49-F238E27FC236}">
                    <a16:creationId xmlns:a16="http://schemas.microsoft.com/office/drawing/2014/main" id="{EA6AC6BB-9610-448D-BDF9-07A2931FE4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302251" y="1827213"/>
                <a:ext cx="461963" cy="3460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04" name="Line 9">
                <a:extLst>
                  <a:ext uri="{FF2B5EF4-FFF2-40B4-BE49-F238E27FC236}">
                    <a16:creationId xmlns:a16="http://schemas.microsoft.com/office/drawing/2014/main" id="{B4E98712-13B4-4C51-9FCD-4A6A5A19A0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10101" y="2173288"/>
                <a:ext cx="1846263" cy="69373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05" name="Line 10">
                <a:extLst>
                  <a:ext uri="{FF2B5EF4-FFF2-40B4-BE49-F238E27FC236}">
                    <a16:creationId xmlns:a16="http://schemas.microsoft.com/office/drawing/2014/main" id="{C5F64523-CF2D-4A86-ACA5-435B4A6C10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840288" y="2867025"/>
                <a:ext cx="231775" cy="5778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06" name="Line 11">
                <a:extLst>
                  <a:ext uri="{FF2B5EF4-FFF2-40B4-BE49-F238E27FC236}">
                    <a16:creationId xmlns:a16="http://schemas.microsoft.com/office/drawing/2014/main" id="{96ED99CC-40F9-491F-BE83-0A55736D11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46926" y="2867025"/>
                <a:ext cx="231775" cy="5778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07" name="Line 12">
                <a:extLst>
                  <a:ext uri="{FF2B5EF4-FFF2-40B4-BE49-F238E27FC236}">
                    <a16:creationId xmlns:a16="http://schemas.microsoft.com/office/drawing/2014/main" id="{695C7570-1914-44CB-98EE-1FA69ADEF7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79913" y="2867025"/>
                <a:ext cx="1384300" cy="5778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08" name="Line 13">
                <a:extLst>
                  <a:ext uri="{FF2B5EF4-FFF2-40B4-BE49-F238E27FC236}">
                    <a16:creationId xmlns:a16="http://schemas.microsoft.com/office/drawing/2014/main" id="{07D7E1F9-D403-40F0-94EE-DEF690630F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79913" y="2867025"/>
                <a:ext cx="460375" cy="5778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09" name="Line 14">
                <a:extLst>
                  <a:ext uri="{FF2B5EF4-FFF2-40B4-BE49-F238E27FC236}">
                    <a16:creationId xmlns:a16="http://schemas.microsoft.com/office/drawing/2014/main" id="{E6E4BAD1-78C8-4844-8069-FC1E2F6608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456363" y="2867025"/>
                <a:ext cx="1382713" cy="5778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10" name="Line 15">
                <a:extLst>
                  <a:ext uri="{FF2B5EF4-FFF2-40B4-BE49-F238E27FC236}">
                    <a16:creationId xmlns:a16="http://schemas.microsoft.com/office/drawing/2014/main" id="{7166C1F4-6DE6-40EC-9B3F-DDC1A374B7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378701" y="2867025"/>
                <a:ext cx="460375" cy="5778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11" name="Line 16">
                <a:extLst>
                  <a:ext uri="{FF2B5EF4-FFF2-40B4-BE49-F238E27FC236}">
                    <a16:creationId xmlns:a16="http://schemas.microsoft.com/office/drawing/2014/main" id="{635F49DA-0BFD-4250-9ED4-E8A61209AB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64213" y="2867025"/>
                <a:ext cx="0" cy="5778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12" name="Line 17">
                <a:extLst>
                  <a:ext uri="{FF2B5EF4-FFF2-40B4-BE49-F238E27FC236}">
                    <a16:creationId xmlns:a16="http://schemas.microsoft.com/office/drawing/2014/main" id="{67FD973E-F566-4676-8676-B34A87B1D4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456363" y="2879725"/>
                <a:ext cx="0" cy="55562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13" name="Line 18">
                <a:extLst>
                  <a:ext uri="{FF2B5EF4-FFF2-40B4-BE49-F238E27FC236}">
                    <a16:creationId xmlns:a16="http://schemas.microsoft.com/office/drawing/2014/main" id="{E580BF20-153D-404C-A7D8-3F0D8BD8CE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02251" y="1595438"/>
                <a:ext cx="461963" cy="2317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14" name="Line 19">
                <a:extLst>
                  <a:ext uri="{FF2B5EF4-FFF2-40B4-BE49-F238E27FC236}">
                    <a16:creationId xmlns:a16="http://schemas.microsoft.com/office/drawing/2014/main" id="{B732BCEB-DAFF-4E4C-A16A-7F745FEC78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79913" y="2173288"/>
                <a:ext cx="230188" cy="127158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15" name="Freeform 20">
                <a:extLst>
                  <a:ext uri="{FF2B5EF4-FFF2-40B4-BE49-F238E27FC236}">
                    <a16:creationId xmlns:a16="http://schemas.microsoft.com/office/drawing/2014/main" id="{986D89EF-DE31-414F-8BEF-D1CD8D0F97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2063" y="2173288"/>
                <a:ext cx="692150" cy="1271588"/>
              </a:xfrm>
              <a:custGeom>
                <a:avLst/>
                <a:gdLst>
                  <a:gd name="T0" fmla="*/ 0 w 1905"/>
                  <a:gd name="T1" fmla="*/ 3492 h 3492"/>
                  <a:gd name="T2" fmla="*/ 1905 w 1905"/>
                  <a:gd name="T3" fmla="*/ 0 h 34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05" h="3492">
                    <a:moveTo>
                      <a:pt x="0" y="3492"/>
                    </a:moveTo>
                    <a:cubicBezTo>
                      <a:pt x="72" y="2157"/>
                      <a:pt x="707" y="993"/>
                      <a:pt x="1905" y="0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16" name="Freeform 21">
                <a:extLst>
                  <a:ext uri="{FF2B5EF4-FFF2-40B4-BE49-F238E27FC236}">
                    <a16:creationId xmlns:a16="http://schemas.microsoft.com/office/drawing/2014/main" id="{D53AF3E9-8DF9-431A-87F3-76CEB9C188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60988" y="2173288"/>
                <a:ext cx="404813" cy="1271588"/>
              </a:xfrm>
              <a:custGeom>
                <a:avLst/>
                <a:gdLst>
                  <a:gd name="T0" fmla="*/ 1113 w 1113"/>
                  <a:gd name="T1" fmla="*/ 3492 h 3492"/>
                  <a:gd name="T2" fmla="*/ 1113 w 1113"/>
                  <a:gd name="T3" fmla="*/ 0 h 34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13" h="3492">
                    <a:moveTo>
                      <a:pt x="1113" y="3492"/>
                    </a:moveTo>
                    <a:cubicBezTo>
                      <a:pt x="0" y="2522"/>
                      <a:pt x="0" y="1358"/>
                      <a:pt x="1113" y="0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17" name="Freeform 22">
                <a:extLst>
                  <a:ext uri="{FF2B5EF4-FFF2-40B4-BE49-F238E27FC236}">
                    <a16:creationId xmlns:a16="http://schemas.microsoft.com/office/drawing/2014/main" id="{A3DCCCF0-4B1B-4781-AB93-AF7EFC4D9D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0176" y="1827213"/>
                <a:ext cx="554038" cy="1039813"/>
              </a:xfrm>
              <a:custGeom>
                <a:avLst/>
                <a:gdLst>
                  <a:gd name="T0" fmla="*/ 1522 w 1522"/>
                  <a:gd name="T1" fmla="*/ 2857 h 2857"/>
                  <a:gd name="T2" fmla="*/ 252 w 1522"/>
                  <a:gd name="T3" fmla="*/ 0 h 28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522" h="2857">
                    <a:moveTo>
                      <a:pt x="1522" y="2857"/>
                    </a:moveTo>
                    <a:cubicBezTo>
                      <a:pt x="423" y="2312"/>
                      <a:pt x="0" y="1360"/>
                      <a:pt x="252" y="0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18" name="Freeform 23">
                <a:extLst>
                  <a:ext uri="{FF2B5EF4-FFF2-40B4-BE49-F238E27FC236}">
                    <a16:creationId xmlns:a16="http://schemas.microsoft.com/office/drawing/2014/main" id="{95E59D20-0FE5-440B-9AC9-9A0D9ECB3D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0288" y="2867025"/>
                <a:ext cx="1617663" cy="1155700"/>
              </a:xfrm>
              <a:custGeom>
                <a:avLst/>
                <a:gdLst>
                  <a:gd name="T0" fmla="*/ 4452 w 4452"/>
                  <a:gd name="T1" fmla="*/ 3175 h 3175"/>
                  <a:gd name="T2" fmla="*/ 0 w 4452"/>
                  <a:gd name="T3" fmla="*/ 0 h 3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452" h="3175">
                    <a:moveTo>
                      <a:pt x="4452" y="3175"/>
                    </a:moveTo>
                    <a:cubicBezTo>
                      <a:pt x="2905" y="2843"/>
                      <a:pt x="1422" y="1785"/>
                      <a:pt x="0" y="0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19" name="Freeform 24">
                <a:extLst>
                  <a:ext uri="{FF2B5EF4-FFF2-40B4-BE49-F238E27FC236}">
                    <a16:creationId xmlns:a16="http://schemas.microsoft.com/office/drawing/2014/main" id="{FF228CEA-6D0E-4AF1-8481-9503B31C90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1038" y="2867025"/>
                <a:ext cx="1617663" cy="1155700"/>
              </a:xfrm>
              <a:custGeom>
                <a:avLst/>
                <a:gdLst>
                  <a:gd name="T0" fmla="*/ 0 w 4452"/>
                  <a:gd name="T1" fmla="*/ 3175 h 3175"/>
                  <a:gd name="T2" fmla="*/ 4452 w 4452"/>
                  <a:gd name="T3" fmla="*/ 0 h 3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452" h="3175">
                    <a:moveTo>
                      <a:pt x="0" y="3175"/>
                    </a:moveTo>
                    <a:cubicBezTo>
                      <a:pt x="1547" y="2843"/>
                      <a:pt x="3030" y="1785"/>
                      <a:pt x="4452" y="0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20" name="Freeform 25">
                <a:extLst>
                  <a:ext uri="{FF2B5EF4-FFF2-40B4-BE49-F238E27FC236}">
                    <a16:creationId xmlns:a16="http://schemas.microsoft.com/office/drawing/2014/main" id="{4C97EE4C-D0A2-4A8F-A9C3-5C9B3F6873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0288" y="2867025"/>
                <a:ext cx="1617663" cy="1155700"/>
              </a:xfrm>
              <a:custGeom>
                <a:avLst/>
                <a:gdLst>
                  <a:gd name="T0" fmla="*/ 4452 w 4452"/>
                  <a:gd name="T1" fmla="*/ 0 h 3176"/>
                  <a:gd name="T2" fmla="*/ 0 w 4452"/>
                  <a:gd name="T3" fmla="*/ 3176 h 3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452" h="3176">
                    <a:moveTo>
                      <a:pt x="4452" y="0"/>
                    </a:moveTo>
                    <a:cubicBezTo>
                      <a:pt x="2905" y="320"/>
                      <a:pt x="1422" y="1379"/>
                      <a:pt x="0" y="3176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21" name="Freeform 26">
                <a:extLst>
                  <a:ext uri="{FF2B5EF4-FFF2-40B4-BE49-F238E27FC236}">
                    <a16:creationId xmlns:a16="http://schemas.microsoft.com/office/drawing/2014/main" id="{0AC8A55E-74F4-44C8-AE3C-CE6A17567C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1038" y="2867025"/>
                <a:ext cx="1617663" cy="1155700"/>
              </a:xfrm>
              <a:custGeom>
                <a:avLst/>
                <a:gdLst>
                  <a:gd name="T0" fmla="*/ 0 w 4452"/>
                  <a:gd name="T1" fmla="*/ 0 h 3175"/>
                  <a:gd name="T2" fmla="*/ 4452 w 4452"/>
                  <a:gd name="T3" fmla="*/ 3175 h 3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452" h="3175">
                    <a:moveTo>
                      <a:pt x="0" y="0"/>
                    </a:moveTo>
                    <a:cubicBezTo>
                      <a:pt x="1547" y="332"/>
                      <a:pt x="3030" y="1390"/>
                      <a:pt x="4452" y="3175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22" name="Line 27">
                <a:extLst>
                  <a:ext uri="{FF2B5EF4-FFF2-40B4-BE49-F238E27FC236}">
                    <a16:creationId xmlns:a16="http://schemas.microsoft.com/office/drawing/2014/main" id="{F3FC0F53-01FB-4126-AB5E-1E4E9EB57F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761038" y="2867025"/>
                <a:ext cx="695325" cy="11557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23" name="Line 28">
                <a:extLst>
                  <a:ext uri="{FF2B5EF4-FFF2-40B4-BE49-F238E27FC236}">
                    <a16:creationId xmlns:a16="http://schemas.microsoft.com/office/drawing/2014/main" id="{77C2BB57-EE75-4912-89F5-17F9646B1D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64213" y="2867025"/>
                <a:ext cx="692150" cy="11557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24" name="Line 29">
                <a:extLst>
                  <a:ext uri="{FF2B5EF4-FFF2-40B4-BE49-F238E27FC236}">
                    <a16:creationId xmlns:a16="http://schemas.microsoft.com/office/drawing/2014/main" id="{DEFC2517-1EAA-4221-B605-96AB870889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40288" y="2173288"/>
                <a:ext cx="1616075" cy="69373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25" name="Line 30">
                <a:extLst>
                  <a:ext uri="{FF2B5EF4-FFF2-40B4-BE49-F238E27FC236}">
                    <a16:creationId xmlns:a16="http://schemas.microsoft.com/office/drawing/2014/main" id="{38D63036-ECEF-40E3-B664-C2282A78DF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764213" y="2173288"/>
                <a:ext cx="1614488" cy="69373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26" name="Freeform 31">
                <a:extLst>
                  <a:ext uri="{FF2B5EF4-FFF2-40B4-BE49-F238E27FC236}">
                    <a16:creationId xmlns:a16="http://schemas.microsoft.com/office/drawing/2014/main" id="{F50DE97B-52C5-463B-9B34-F681A6FED4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56363" y="2173288"/>
                <a:ext cx="403225" cy="1271588"/>
              </a:xfrm>
              <a:custGeom>
                <a:avLst/>
                <a:gdLst>
                  <a:gd name="T0" fmla="*/ 0 w 1113"/>
                  <a:gd name="T1" fmla="*/ 3492 h 3492"/>
                  <a:gd name="T2" fmla="*/ 0 w 1113"/>
                  <a:gd name="T3" fmla="*/ 0 h 34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13" h="3492">
                    <a:moveTo>
                      <a:pt x="0" y="3492"/>
                    </a:moveTo>
                    <a:cubicBezTo>
                      <a:pt x="1113" y="2522"/>
                      <a:pt x="1113" y="1358"/>
                      <a:pt x="0" y="0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27" name="Freeform 32">
                <a:extLst>
                  <a:ext uri="{FF2B5EF4-FFF2-40B4-BE49-F238E27FC236}">
                    <a16:creationId xmlns:a16="http://schemas.microsoft.com/office/drawing/2014/main" id="{9C1D7167-635F-422B-938F-DF13ADA2D8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56363" y="2173288"/>
                <a:ext cx="690563" cy="1271588"/>
              </a:xfrm>
              <a:custGeom>
                <a:avLst/>
                <a:gdLst>
                  <a:gd name="T0" fmla="*/ 1905 w 1905"/>
                  <a:gd name="T1" fmla="*/ 3492 h 3492"/>
                  <a:gd name="T2" fmla="*/ 0 w 1905"/>
                  <a:gd name="T3" fmla="*/ 0 h 34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05" h="3492">
                    <a:moveTo>
                      <a:pt x="1905" y="3492"/>
                    </a:moveTo>
                    <a:cubicBezTo>
                      <a:pt x="1833" y="2157"/>
                      <a:pt x="1198" y="993"/>
                      <a:pt x="0" y="0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28" name="Line 33">
                <a:extLst>
                  <a:ext uri="{FF2B5EF4-FFF2-40B4-BE49-F238E27FC236}">
                    <a16:creationId xmlns:a16="http://schemas.microsoft.com/office/drawing/2014/main" id="{296AED61-55B7-481D-80DA-A77D599E01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764213" y="2173288"/>
                <a:ext cx="692150" cy="69373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29" name="Line 34">
                <a:extLst>
                  <a:ext uri="{FF2B5EF4-FFF2-40B4-BE49-F238E27FC236}">
                    <a16:creationId xmlns:a16="http://schemas.microsoft.com/office/drawing/2014/main" id="{85F29A26-2826-4FCB-A3B3-BD0D607977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64213" y="2173288"/>
                <a:ext cx="692150" cy="69373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30" name="Line 35">
                <a:extLst>
                  <a:ext uri="{FF2B5EF4-FFF2-40B4-BE49-F238E27FC236}">
                    <a16:creationId xmlns:a16="http://schemas.microsoft.com/office/drawing/2014/main" id="{278CB53B-E8EC-42AB-9D22-C7FD14A392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64213" y="4716463"/>
                <a:ext cx="692150" cy="57943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31" name="Line 36">
                <a:extLst>
                  <a:ext uri="{FF2B5EF4-FFF2-40B4-BE49-F238E27FC236}">
                    <a16:creationId xmlns:a16="http://schemas.microsoft.com/office/drawing/2014/main" id="{A6FADB87-3390-4AE5-BD48-06773B6FF1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4213" y="4716463"/>
                <a:ext cx="692150" cy="57943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32" name="Line 37">
                <a:extLst>
                  <a:ext uri="{FF2B5EF4-FFF2-40B4-BE49-F238E27FC236}">
                    <a16:creationId xmlns:a16="http://schemas.microsoft.com/office/drawing/2014/main" id="{4E8638A5-9B2A-480A-98AE-2C18FFF97A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456363" y="5064125"/>
                <a:ext cx="460375" cy="23018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33" name="Line 38">
                <a:extLst>
                  <a:ext uri="{FF2B5EF4-FFF2-40B4-BE49-F238E27FC236}">
                    <a16:creationId xmlns:a16="http://schemas.microsoft.com/office/drawing/2014/main" id="{FE46DA89-D903-476C-B09F-8FA390E455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10101" y="4716463"/>
                <a:ext cx="692150" cy="34766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34" name="Line 39">
                <a:extLst>
                  <a:ext uri="{FF2B5EF4-FFF2-40B4-BE49-F238E27FC236}">
                    <a16:creationId xmlns:a16="http://schemas.microsoft.com/office/drawing/2014/main" id="{C0E591C2-0D7C-4A1A-9319-062A7874B3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0288" y="4022725"/>
                <a:ext cx="461963" cy="10414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35" name="Line 40">
                <a:extLst>
                  <a:ext uri="{FF2B5EF4-FFF2-40B4-BE49-F238E27FC236}">
                    <a16:creationId xmlns:a16="http://schemas.microsoft.com/office/drawing/2014/main" id="{3C579E48-A394-4EE2-848B-2202D37E69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02251" y="4716463"/>
                <a:ext cx="461963" cy="34766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36" name="Line 41">
                <a:extLst>
                  <a:ext uri="{FF2B5EF4-FFF2-40B4-BE49-F238E27FC236}">
                    <a16:creationId xmlns:a16="http://schemas.microsoft.com/office/drawing/2014/main" id="{4D27F2FF-DDF0-4D62-9565-87C1DB4849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56363" y="4716463"/>
                <a:ext cx="460375" cy="34766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37" name="Line 42">
                <a:extLst>
                  <a:ext uri="{FF2B5EF4-FFF2-40B4-BE49-F238E27FC236}">
                    <a16:creationId xmlns:a16="http://schemas.microsoft.com/office/drawing/2014/main" id="{34A7327C-1BE4-47FC-85F1-DA2F9ECB45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916738" y="4716463"/>
                <a:ext cx="692150" cy="34766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38" name="Line 43">
                <a:extLst>
                  <a:ext uri="{FF2B5EF4-FFF2-40B4-BE49-F238E27FC236}">
                    <a16:creationId xmlns:a16="http://schemas.microsoft.com/office/drawing/2014/main" id="{C7100F01-60F1-41B5-B0C5-FAA4DC41E6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916738" y="4022725"/>
                <a:ext cx="461963" cy="10414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39" name="Line 44">
                <a:extLst>
                  <a:ext uri="{FF2B5EF4-FFF2-40B4-BE49-F238E27FC236}">
                    <a16:creationId xmlns:a16="http://schemas.microsoft.com/office/drawing/2014/main" id="{646439E4-5480-44CC-972A-83B06ABAB7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10101" y="4022725"/>
                <a:ext cx="1846263" cy="69373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40" name="Line 45">
                <a:extLst>
                  <a:ext uri="{FF2B5EF4-FFF2-40B4-BE49-F238E27FC236}">
                    <a16:creationId xmlns:a16="http://schemas.microsoft.com/office/drawing/2014/main" id="{D12B0507-FCB7-4F40-9D06-B7B7F71B6F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4213" y="4022725"/>
                <a:ext cx="1844675" cy="69373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41" name="Line 46">
                <a:extLst>
                  <a:ext uri="{FF2B5EF4-FFF2-40B4-BE49-F238E27FC236}">
                    <a16:creationId xmlns:a16="http://schemas.microsoft.com/office/drawing/2014/main" id="{467E7259-6B20-4889-9B06-0FECC0ACD0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40288" y="3444875"/>
                <a:ext cx="231775" cy="5778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42" name="Line 47">
                <a:extLst>
                  <a:ext uri="{FF2B5EF4-FFF2-40B4-BE49-F238E27FC236}">
                    <a16:creationId xmlns:a16="http://schemas.microsoft.com/office/drawing/2014/main" id="{E929E153-3716-4D35-A16E-0E742C85FB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46926" y="3444875"/>
                <a:ext cx="231775" cy="5778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43" name="Line 48">
                <a:extLst>
                  <a:ext uri="{FF2B5EF4-FFF2-40B4-BE49-F238E27FC236}">
                    <a16:creationId xmlns:a16="http://schemas.microsoft.com/office/drawing/2014/main" id="{8E28C097-DCA4-430F-85B4-DDB9FE2ED5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9913" y="3444875"/>
                <a:ext cx="1384300" cy="5778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44" name="Line 49">
                <a:extLst>
                  <a:ext uri="{FF2B5EF4-FFF2-40B4-BE49-F238E27FC236}">
                    <a16:creationId xmlns:a16="http://schemas.microsoft.com/office/drawing/2014/main" id="{C8FA3D91-1CB1-4798-A989-0B431C06CF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9913" y="3444875"/>
                <a:ext cx="460375" cy="5778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45" name="Line 50">
                <a:extLst>
                  <a:ext uri="{FF2B5EF4-FFF2-40B4-BE49-F238E27FC236}">
                    <a16:creationId xmlns:a16="http://schemas.microsoft.com/office/drawing/2014/main" id="{120CC62B-FB79-4E4D-86EE-B09D682C7B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456363" y="3444875"/>
                <a:ext cx="1382713" cy="5778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46" name="Line 51">
                <a:extLst>
                  <a:ext uri="{FF2B5EF4-FFF2-40B4-BE49-F238E27FC236}">
                    <a16:creationId xmlns:a16="http://schemas.microsoft.com/office/drawing/2014/main" id="{96ECA1E9-A75B-4861-AB0D-9C5739C407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378701" y="3444875"/>
                <a:ext cx="460375" cy="5778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47" name="Line 52">
                <a:extLst>
                  <a:ext uri="{FF2B5EF4-FFF2-40B4-BE49-F238E27FC236}">
                    <a16:creationId xmlns:a16="http://schemas.microsoft.com/office/drawing/2014/main" id="{EBD23618-D652-49AB-954C-F8FE00E9F5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4213" y="3444875"/>
                <a:ext cx="0" cy="5778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48" name="Line 53">
                <a:extLst>
                  <a:ext uri="{FF2B5EF4-FFF2-40B4-BE49-F238E27FC236}">
                    <a16:creationId xmlns:a16="http://schemas.microsoft.com/office/drawing/2014/main" id="{B15A834F-6800-4127-A2B2-D729822096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56363" y="3444875"/>
                <a:ext cx="0" cy="5778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49" name="Line 54">
                <a:extLst>
                  <a:ext uri="{FF2B5EF4-FFF2-40B4-BE49-F238E27FC236}">
                    <a16:creationId xmlns:a16="http://schemas.microsoft.com/office/drawing/2014/main" id="{C5A6612E-86A4-45BF-B6AF-056C447BAF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302251" y="5064125"/>
                <a:ext cx="461963" cy="23018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50" name="Line 55">
                <a:extLst>
                  <a:ext uri="{FF2B5EF4-FFF2-40B4-BE49-F238E27FC236}">
                    <a16:creationId xmlns:a16="http://schemas.microsoft.com/office/drawing/2014/main" id="{F4D33679-2254-4D3D-9A84-1AF4D6EEC9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9913" y="3444875"/>
                <a:ext cx="230188" cy="127158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51" name="Line 56">
                <a:extLst>
                  <a:ext uri="{FF2B5EF4-FFF2-40B4-BE49-F238E27FC236}">
                    <a16:creationId xmlns:a16="http://schemas.microsoft.com/office/drawing/2014/main" id="{182ABB8C-D8A6-486D-9529-70C1E9632C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608888" y="3444875"/>
                <a:ext cx="230188" cy="127158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52" name="Freeform 57">
                <a:extLst>
                  <a:ext uri="{FF2B5EF4-FFF2-40B4-BE49-F238E27FC236}">
                    <a16:creationId xmlns:a16="http://schemas.microsoft.com/office/drawing/2014/main" id="{49D04799-08FF-4B9E-9994-F61E022CFE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2063" y="3444875"/>
                <a:ext cx="692150" cy="1271588"/>
              </a:xfrm>
              <a:custGeom>
                <a:avLst/>
                <a:gdLst>
                  <a:gd name="T0" fmla="*/ 0 w 1905"/>
                  <a:gd name="T1" fmla="*/ 0 h 3492"/>
                  <a:gd name="T2" fmla="*/ 1905 w 1905"/>
                  <a:gd name="T3" fmla="*/ 3492 h 34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05" h="3492">
                    <a:moveTo>
                      <a:pt x="0" y="0"/>
                    </a:moveTo>
                    <a:cubicBezTo>
                      <a:pt x="72" y="1335"/>
                      <a:pt x="707" y="2499"/>
                      <a:pt x="1905" y="3492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53" name="Freeform 58">
                <a:extLst>
                  <a:ext uri="{FF2B5EF4-FFF2-40B4-BE49-F238E27FC236}">
                    <a16:creationId xmlns:a16="http://schemas.microsoft.com/office/drawing/2014/main" id="{C0467563-B05A-43FA-88BC-9A68B18061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60988" y="3444875"/>
                <a:ext cx="404813" cy="1271588"/>
              </a:xfrm>
              <a:custGeom>
                <a:avLst/>
                <a:gdLst>
                  <a:gd name="T0" fmla="*/ 1113 w 1113"/>
                  <a:gd name="T1" fmla="*/ 0 h 3492"/>
                  <a:gd name="T2" fmla="*/ 1113 w 1113"/>
                  <a:gd name="T3" fmla="*/ 3492 h 34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13" h="3492">
                    <a:moveTo>
                      <a:pt x="1113" y="0"/>
                    </a:moveTo>
                    <a:cubicBezTo>
                      <a:pt x="0" y="970"/>
                      <a:pt x="0" y="2134"/>
                      <a:pt x="1113" y="3492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54" name="Freeform 59">
                <a:extLst>
                  <a:ext uri="{FF2B5EF4-FFF2-40B4-BE49-F238E27FC236}">
                    <a16:creationId xmlns:a16="http://schemas.microsoft.com/office/drawing/2014/main" id="{D9BF24A0-CF5D-4C43-8D97-3B2972C298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0176" y="4022725"/>
                <a:ext cx="554038" cy="1041400"/>
              </a:xfrm>
              <a:custGeom>
                <a:avLst/>
                <a:gdLst>
                  <a:gd name="T0" fmla="*/ 1522 w 1522"/>
                  <a:gd name="T1" fmla="*/ 0 h 2857"/>
                  <a:gd name="T2" fmla="*/ 252 w 1522"/>
                  <a:gd name="T3" fmla="*/ 2857 h 28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522" h="2857">
                    <a:moveTo>
                      <a:pt x="1522" y="0"/>
                    </a:moveTo>
                    <a:cubicBezTo>
                      <a:pt x="423" y="545"/>
                      <a:pt x="0" y="1497"/>
                      <a:pt x="252" y="2857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55" name="Line 60">
                <a:extLst>
                  <a:ext uri="{FF2B5EF4-FFF2-40B4-BE49-F238E27FC236}">
                    <a16:creationId xmlns:a16="http://schemas.microsoft.com/office/drawing/2014/main" id="{7398EEBA-0698-4BB0-B938-73400F2E80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840288" y="4022725"/>
                <a:ext cx="1616075" cy="69373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56" name="Line 61">
                <a:extLst>
                  <a:ext uri="{FF2B5EF4-FFF2-40B4-BE49-F238E27FC236}">
                    <a16:creationId xmlns:a16="http://schemas.microsoft.com/office/drawing/2014/main" id="{F081BA53-9CD6-4EFD-A1CF-ABA2DC0527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64213" y="4022725"/>
                <a:ext cx="1614488" cy="69373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57" name="Freeform 62">
                <a:extLst>
                  <a:ext uri="{FF2B5EF4-FFF2-40B4-BE49-F238E27FC236}">
                    <a16:creationId xmlns:a16="http://schemas.microsoft.com/office/drawing/2014/main" id="{03885EBE-3BAF-49B8-BBB1-66DE33AF76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56363" y="3444875"/>
                <a:ext cx="403225" cy="1271588"/>
              </a:xfrm>
              <a:custGeom>
                <a:avLst/>
                <a:gdLst>
                  <a:gd name="T0" fmla="*/ 0 w 1113"/>
                  <a:gd name="T1" fmla="*/ 0 h 3492"/>
                  <a:gd name="T2" fmla="*/ 0 w 1113"/>
                  <a:gd name="T3" fmla="*/ 3492 h 34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13" h="3492">
                    <a:moveTo>
                      <a:pt x="0" y="0"/>
                    </a:moveTo>
                    <a:cubicBezTo>
                      <a:pt x="1113" y="970"/>
                      <a:pt x="1113" y="2134"/>
                      <a:pt x="0" y="3492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58" name="Freeform 63">
                <a:extLst>
                  <a:ext uri="{FF2B5EF4-FFF2-40B4-BE49-F238E27FC236}">
                    <a16:creationId xmlns:a16="http://schemas.microsoft.com/office/drawing/2014/main" id="{2E58F7D6-BD76-4457-9C9F-535A176F85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56363" y="3444875"/>
                <a:ext cx="690563" cy="1271588"/>
              </a:xfrm>
              <a:custGeom>
                <a:avLst/>
                <a:gdLst>
                  <a:gd name="T0" fmla="*/ 1905 w 1905"/>
                  <a:gd name="T1" fmla="*/ 0 h 3492"/>
                  <a:gd name="T2" fmla="*/ 0 w 1905"/>
                  <a:gd name="T3" fmla="*/ 3492 h 34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05" h="3492">
                    <a:moveTo>
                      <a:pt x="1905" y="0"/>
                    </a:moveTo>
                    <a:cubicBezTo>
                      <a:pt x="1833" y="1335"/>
                      <a:pt x="1198" y="2499"/>
                      <a:pt x="0" y="3492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59" name="Line 64">
                <a:extLst>
                  <a:ext uri="{FF2B5EF4-FFF2-40B4-BE49-F238E27FC236}">
                    <a16:creationId xmlns:a16="http://schemas.microsoft.com/office/drawing/2014/main" id="{BC733B49-2345-4FE9-B8D6-3A478BDD41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64213" y="4022725"/>
                <a:ext cx="692150" cy="69373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60" name="Line 65">
                <a:extLst>
                  <a:ext uri="{FF2B5EF4-FFF2-40B4-BE49-F238E27FC236}">
                    <a16:creationId xmlns:a16="http://schemas.microsoft.com/office/drawing/2014/main" id="{D72895BF-F9E2-4AAD-AD45-560130D9D8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4213" y="4022725"/>
                <a:ext cx="692150" cy="69373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261" name="Freeform 66">
                <a:extLst>
                  <a:ext uri="{FF2B5EF4-FFF2-40B4-BE49-F238E27FC236}">
                    <a16:creationId xmlns:a16="http://schemas.microsoft.com/office/drawing/2014/main" id="{F708CEB3-203F-4839-82E6-C9C83285F5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56363" y="4022725"/>
                <a:ext cx="552450" cy="1041400"/>
              </a:xfrm>
              <a:custGeom>
                <a:avLst/>
                <a:gdLst>
                  <a:gd name="T0" fmla="*/ 0 w 1522"/>
                  <a:gd name="T1" fmla="*/ 0 h 2857"/>
                  <a:gd name="T2" fmla="*/ 1270 w 1522"/>
                  <a:gd name="T3" fmla="*/ 2857 h 28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522" h="2857">
                    <a:moveTo>
                      <a:pt x="0" y="0"/>
                    </a:moveTo>
                    <a:cubicBezTo>
                      <a:pt x="1099" y="545"/>
                      <a:pt x="1522" y="1497"/>
                      <a:pt x="1270" y="2857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</p:grpSp>
        <p:grpSp>
          <p:nvGrpSpPr>
            <p:cNvPr id="9" name="グループ化 171">
              <a:extLst>
                <a:ext uri="{FF2B5EF4-FFF2-40B4-BE49-F238E27FC236}">
                  <a16:creationId xmlns:a16="http://schemas.microsoft.com/office/drawing/2014/main" id="{32BAF4A2-DD3B-43D1-BE24-44C1CAA3E26E}"/>
                </a:ext>
              </a:extLst>
            </p:cNvPr>
            <p:cNvGrpSpPr/>
            <p:nvPr/>
          </p:nvGrpSpPr>
          <p:grpSpPr>
            <a:xfrm>
              <a:off x="4231767" y="1512888"/>
              <a:ext cx="3728466" cy="3885128"/>
              <a:chOff x="3924605" y="1512888"/>
              <a:chExt cx="3728466" cy="3885128"/>
            </a:xfrm>
            <a:solidFill>
              <a:schemeClr val="bg1"/>
            </a:solidFill>
          </p:grpSpPr>
          <p:sp>
            <p:nvSpPr>
              <p:cNvPr id="173" name="Rectangle 94">
                <a:extLst>
                  <a:ext uri="{FF2B5EF4-FFF2-40B4-BE49-F238E27FC236}">
                    <a16:creationId xmlns:a16="http://schemas.microsoft.com/office/drawing/2014/main" id="{811CA08F-C425-4CC6-9622-7FEEB0932C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08905" y="1512888"/>
                <a:ext cx="26930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A44</a:t>
                </a:r>
                <a:endParaRPr kumimoji="0" lang="ja-JP" altLang="ja-JP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74" name="Rectangle 95">
                <a:extLst>
                  <a:ext uri="{FF2B5EF4-FFF2-40B4-BE49-F238E27FC236}">
                    <a16:creationId xmlns:a16="http://schemas.microsoft.com/office/drawing/2014/main" id="{AC84300A-24B8-4B8A-B7B7-AB2F3A43A2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4792" y="2090738"/>
                <a:ext cx="26930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A33</a:t>
                </a:r>
                <a:endParaRPr kumimoji="0" lang="ja-JP" altLang="ja-JP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75" name="Rectangle 96">
                <a:extLst>
                  <a:ext uri="{FF2B5EF4-FFF2-40B4-BE49-F238E27FC236}">
                    <a16:creationId xmlns:a16="http://schemas.microsoft.com/office/drawing/2014/main" id="{EA71E700-A6EA-4A5D-B827-80BC6D3573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08905" y="2090738"/>
                <a:ext cx="26930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A24</a:t>
                </a:r>
                <a:endParaRPr kumimoji="0" lang="ja-JP" altLang="ja-JP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76" name="Rectangle 97">
                <a:extLst>
                  <a:ext uri="{FF2B5EF4-FFF2-40B4-BE49-F238E27FC236}">
                    <a16:creationId xmlns:a16="http://schemas.microsoft.com/office/drawing/2014/main" id="{9F1DD1A8-9EE4-4C59-A0A2-A6997F5D46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08905" y="2784475"/>
                <a:ext cx="26930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A23</a:t>
                </a:r>
                <a:endParaRPr kumimoji="0" lang="ja-JP" altLang="ja-JP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77" name="Rectangle 98">
                <a:extLst>
                  <a:ext uri="{FF2B5EF4-FFF2-40B4-BE49-F238E27FC236}">
                    <a16:creationId xmlns:a16="http://schemas.microsoft.com/office/drawing/2014/main" id="{CBFC523C-575D-43FE-AF41-BA03C17961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84980" y="2784475"/>
                <a:ext cx="26930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A14</a:t>
                </a:r>
                <a:endParaRPr kumimoji="0" lang="ja-JP" altLang="ja-JP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78" name="Rectangle 99">
                <a:extLst>
                  <a:ext uri="{FF2B5EF4-FFF2-40B4-BE49-F238E27FC236}">
                    <a16:creationId xmlns:a16="http://schemas.microsoft.com/office/drawing/2014/main" id="{FE5A916C-36C2-48C3-8433-FE65A28CE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02642" y="3362325"/>
                <a:ext cx="26930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A22</a:t>
                </a:r>
                <a:endParaRPr kumimoji="0" lang="ja-JP" altLang="ja-JP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79" name="Rectangle 100">
                <a:extLst>
                  <a:ext uri="{FF2B5EF4-FFF2-40B4-BE49-F238E27FC236}">
                    <a16:creationId xmlns:a16="http://schemas.microsoft.com/office/drawing/2014/main" id="{964DDFD9-D17A-49D0-80DD-342B8DA0C6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83767" y="3362325"/>
                <a:ext cx="26930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A13</a:t>
                </a:r>
                <a:endParaRPr kumimoji="0" lang="ja-JP" altLang="ja-JP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80" name="Rectangle 101">
                <a:extLst>
                  <a:ext uri="{FF2B5EF4-FFF2-40B4-BE49-F238E27FC236}">
                    <a16:creationId xmlns:a16="http://schemas.microsoft.com/office/drawing/2014/main" id="{52150E60-F2CE-44AD-A4D3-0A46773CE4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91617" y="3362325"/>
                <a:ext cx="26930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A04</a:t>
                </a:r>
                <a:endParaRPr kumimoji="0" lang="ja-JP" altLang="ja-JP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81" name="Rectangle 102">
                <a:extLst>
                  <a:ext uri="{FF2B5EF4-FFF2-40B4-BE49-F238E27FC236}">
                    <a16:creationId xmlns:a16="http://schemas.microsoft.com/office/drawing/2014/main" id="{125AC364-2957-4CE6-933C-CE70164887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08905" y="3940175"/>
                <a:ext cx="26930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A12</a:t>
                </a:r>
                <a:endParaRPr kumimoji="0" lang="ja-JP" altLang="ja-JP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82" name="Rectangle 103">
                <a:extLst>
                  <a:ext uri="{FF2B5EF4-FFF2-40B4-BE49-F238E27FC236}">
                    <a16:creationId xmlns:a16="http://schemas.microsoft.com/office/drawing/2014/main" id="{56960551-4347-48F9-828D-B8398BE9DA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84980" y="3940175"/>
                <a:ext cx="26930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A03</a:t>
                </a:r>
                <a:endParaRPr kumimoji="0" lang="ja-JP" altLang="ja-JP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83" name="Rectangle 104">
                <a:extLst>
                  <a:ext uri="{FF2B5EF4-FFF2-40B4-BE49-F238E27FC236}">
                    <a16:creationId xmlns:a16="http://schemas.microsoft.com/office/drawing/2014/main" id="{52CD7914-5CE3-427E-A581-8F0104E491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53580" y="4633913"/>
                <a:ext cx="27411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B11</a:t>
                </a:r>
                <a:endParaRPr kumimoji="0" lang="ja-JP" altLang="ja-JP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84" name="Rectangle 105">
                <a:extLst>
                  <a:ext uri="{FF2B5EF4-FFF2-40B4-BE49-F238E27FC236}">
                    <a16:creationId xmlns:a16="http://schemas.microsoft.com/office/drawing/2014/main" id="{DF99A4A7-27A4-4862-8862-505B3613AD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99467" y="4633913"/>
                <a:ext cx="27411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B02</a:t>
                </a:r>
                <a:endParaRPr kumimoji="0" lang="ja-JP" altLang="ja-JP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85" name="Rectangle 106">
                <a:extLst>
                  <a:ext uri="{FF2B5EF4-FFF2-40B4-BE49-F238E27FC236}">
                    <a16:creationId xmlns:a16="http://schemas.microsoft.com/office/drawing/2014/main" id="{C4159A9A-69D4-4C84-9354-5F78D57EBF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6942" y="4981575"/>
                <a:ext cx="27411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B01</a:t>
                </a:r>
                <a:endParaRPr kumimoji="0" lang="ja-JP" altLang="ja-JP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86" name="Rectangle 107">
                <a:extLst>
                  <a:ext uri="{FF2B5EF4-FFF2-40B4-BE49-F238E27FC236}">
                    <a16:creationId xmlns:a16="http://schemas.microsoft.com/office/drawing/2014/main" id="{1F9C7C19-60A4-42F4-8EFC-57ED03C615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99467" y="5213350"/>
                <a:ext cx="27411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B00</a:t>
                </a:r>
                <a:endParaRPr kumimoji="0" lang="ja-JP" altLang="ja-JP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87" name="Rectangle 108">
                <a:extLst>
                  <a:ext uri="{FF2B5EF4-FFF2-40B4-BE49-F238E27FC236}">
                    <a16:creationId xmlns:a16="http://schemas.microsoft.com/office/drawing/2014/main" id="{3D312A05-160D-4837-80ED-230B5E38A2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3767" y="1744663"/>
                <a:ext cx="27411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B34</a:t>
                </a:r>
                <a:endParaRPr kumimoji="0" lang="ja-JP" altLang="ja-JP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88" name="Rectangle 109">
                <a:extLst>
                  <a:ext uri="{FF2B5EF4-FFF2-40B4-BE49-F238E27FC236}">
                    <a16:creationId xmlns:a16="http://schemas.microsoft.com/office/drawing/2014/main" id="{1AB3418E-DE97-4740-9853-56B95E378E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99467" y="2090738"/>
                <a:ext cx="27411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B24</a:t>
                </a:r>
                <a:endParaRPr kumimoji="0" lang="ja-JP" altLang="ja-JP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89" name="Rectangle 110">
                <a:extLst>
                  <a:ext uri="{FF2B5EF4-FFF2-40B4-BE49-F238E27FC236}">
                    <a16:creationId xmlns:a16="http://schemas.microsoft.com/office/drawing/2014/main" id="{629A7D7C-0723-4EC9-9957-2940037A1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99467" y="2784475"/>
                <a:ext cx="27411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B23</a:t>
                </a:r>
                <a:endParaRPr kumimoji="0" lang="ja-JP" altLang="ja-JP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90" name="Rectangle 111">
                <a:extLst>
                  <a:ext uri="{FF2B5EF4-FFF2-40B4-BE49-F238E27FC236}">
                    <a16:creationId xmlns:a16="http://schemas.microsoft.com/office/drawing/2014/main" id="{2CBD0A3C-7CD6-4FF3-9E48-7E8D057314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23392" y="2784475"/>
                <a:ext cx="27411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B14</a:t>
                </a:r>
                <a:endParaRPr kumimoji="0" lang="ja-JP" altLang="ja-JP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91" name="Rectangle 112">
                <a:extLst>
                  <a:ext uri="{FF2B5EF4-FFF2-40B4-BE49-F238E27FC236}">
                    <a16:creationId xmlns:a16="http://schemas.microsoft.com/office/drawing/2014/main" id="{518DAA16-E37E-468A-BA33-8A252EA7E4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0492" y="3362325"/>
                <a:ext cx="27411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B22</a:t>
                </a:r>
                <a:endParaRPr kumimoji="0" lang="ja-JP" altLang="ja-JP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92" name="Rectangle 113">
                <a:extLst>
                  <a:ext uri="{FF2B5EF4-FFF2-40B4-BE49-F238E27FC236}">
                    <a16:creationId xmlns:a16="http://schemas.microsoft.com/office/drawing/2014/main" id="{B7D505EA-0C40-480D-AC80-973F101C19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4605" y="3362325"/>
                <a:ext cx="27411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B13</a:t>
                </a:r>
                <a:endParaRPr kumimoji="0" lang="ja-JP" altLang="ja-JP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93" name="Rectangle 114">
                <a:extLst>
                  <a:ext uri="{FF2B5EF4-FFF2-40B4-BE49-F238E27FC236}">
                    <a16:creationId xmlns:a16="http://schemas.microsoft.com/office/drawing/2014/main" id="{B7ECD9B4-90E5-4453-AB2F-A674DA2F62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6755" y="3362325"/>
                <a:ext cx="27411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B04</a:t>
                </a:r>
                <a:endParaRPr kumimoji="0" lang="ja-JP" altLang="ja-JP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94" name="Rectangle 115">
                <a:extLst>
                  <a:ext uri="{FF2B5EF4-FFF2-40B4-BE49-F238E27FC236}">
                    <a16:creationId xmlns:a16="http://schemas.microsoft.com/office/drawing/2014/main" id="{67A5022D-3B54-4AE5-80E3-88F14CD5A8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99467" y="3940175"/>
                <a:ext cx="27411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B12</a:t>
                </a:r>
                <a:endParaRPr kumimoji="0" lang="ja-JP" altLang="ja-JP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95" name="Rectangle 116">
                <a:extLst>
                  <a:ext uri="{FF2B5EF4-FFF2-40B4-BE49-F238E27FC236}">
                    <a16:creationId xmlns:a16="http://schemas.microsoft.com/office/drawing/2014/main" id="{68086AEC-AB4F-423C-BC7F-0D1F30DB04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23392" y="3940175"/>
                <a:ext cx="27411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B03</a:t>
                </a:r>
                <a:endParaRPr kumimoji="0" lang="ja-JP" altLang="ja-JP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96" name="Rectangle 117">
                <a:extLst>
                  <a:ext uri="{FF2B5EF4-FFF2-40B4-BE49-F238E27FC236}">
                    <a16:creationId xmlns:a16="http://schemas.microsoft.com/office/drawing/2014/main" id="{FDBA5082-89F4-454C-903C-4F21646C23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4792" y="4633913"/>
                <a:ext cx="26930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A11</a:t>
                </a:r>
                <a:endParaRPr kumimoji="0" lang="ja-JP" altLang="ja-JP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97" name="Rectangle 118">
                <a:extLst>
                  <a:ext uri="{FF2B5EF4-FFF2-40B4-BE49-F238E27FC236}">
                    <a16:creationId xmlns:a16="http://schemas.microsoft.com/office/drawing/2014/main" id="{FD049120-4894-4678-8CA5-3ACB228DF7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08905" y="4633913"/>
                <a:ext cx="26930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A02</a:t>
                </a:r>
                <a:endParaRPr kumimoji="0" lang="ja-JP" altLang="ja-JP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98" name="Rectangle 119">
                <a:extLst>
                  <a:ext uri="{FF2B5EF4-FFF2-40B4-BE49-F238E27FC236}">
                    <a16:creationId xmlns:a16="http://schemas.microsoft.com/office/drawing/2014/main" id="{DEE741FD-FCF1-4ED4-B404-D6899E7916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61430" y="4981575"/>
                <a:ext cx="26930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A01</a:t>
                </a:r>
                <a:endParaRPr kumimoji="0" lang="ja-JP" altLang="ja-JP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99" name="Rectangle 120">
                <a:extLst>
                  <a:ext uri="{FF2B5EF4-FFF2-40B4-BE49-F238E27FC236}">
                    <a16:creationId xmlns:a16="http://schemas.microsoft.com/office/drawing/2014/main" id="{9C7B9F59-E8AC-4C7A-B89B-B57428C3BD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08905" y="5213350"/>
                <a:ext cx="269304" cy="18466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ja-JP" altLang="ja-JP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lt"/>
                    <a:ea typeface="ＭＳ ゴシック" panose="020B0609070205080204" pitchFamily="49" charset="-128"/>
                  </a:rPr>
                  <a:t>A00</a:t>
                </a:r>
                <a:endParaRPr kumimoji="0" lang="ja-JP" altLang="ja-JP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endParaRPr>
              </a:p>
            </p:txBody>
          </p:sp>
        </p:grpSp>
      </p:grpSp>
      <p:sp>
        <p:nvSpPr>
          <p:cNvPr id="119" name="円/楕円 118"/>
          <p:cNvSpPr/>
          <p:nvPr/>
        </p:nvSpPr>
        <p:spPr>
          <a:xfrm>
            <a:off x="6433760" y="5103628"/>
            <a:ext cx="3731319" cy="125464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0" name="線吹き出し 1 119"/>
          <p:cNvSpPr/>
          <p:nvPr/>
        </p:nvSpPr>
        <p:spPr>
          <a:xfrm>
            <a:off x="2316059" y="4968709"/>
            <a:ext cx="2236511" cy="584775"/>
          </a:xfrm>
          <a:prstGeom prst="callout1">
            <a:avLst>
              <a:gd name="adj1" fmla="val 35007"/>
              <a:gd name="adj2" fmla="val 95627"/>
              <a:gd name="adj3" fmla="val 125120"/>
              <a:gd name="adj4" fmla="val 185242"/>
            </a:avLst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ja-JP" altLang="en-US" sz="3200" dirty="0"/>
              <a:t>ここに注目</a:t>
            </a: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264768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 animBg="1"/>
      <p:bldP spid="1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4EEB83-EE59-4287-988B-334499750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成功の状態</a:t>
            </a:r>
            <a:r>
              <a:rPr lang="en-US" altLang="ja-JP" dirty="0"/>
              <a:t>/</a:t>
            </a:r>
            <a:r>
              <a:rPr lang="ja-JP" altLang="en-US" dirty="0"/>
              <a:t>失敗の状態</a:t>
            </a:r>
            <a:endParaRPr kumimoji="1" lang="ja-JP" altLang="en-US" dirty="0"/>
          </a:p>
        </p:txBody>
      </p:sp>
      <p:sp>
        <p:nvSpPr>
          <p:cNvPr id="316" name="コンテンツ プレースホルダー 315">
            <a:extLst>
              <a:ext uri="{FF2B5EF4-FFF2-40B4-BE49-F238E27FC236}">
                <a16:creationId xmlns:a16="http://schemas.microsoft.com/office/drawing/2014/main" id="{0CE56753-DDB1-4FB0-9E8B-FEB292D064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marL="0" indent="0">
              <a:spcBef>
                <a:spcPts val="1800"/>
              </a:spcBef>
              <a:buNone/>
            </a:pPr>
            <a:r>
              <a:rPr kumimoji="1" lang="en-US" altLang="ja-JP" dirty="0">
                <a:solidFill>
                  <a:schemeClr val="accent1"/>
                </a:solidFill>
              </a:rPr>
              <a:t>A00</a:t>
            </a:r>
            <a:r>
              <a:rPr kumimoji="1" lang="ja-JP" altLang="en-US" dirty="0"/>
              <a:t> は </a:t>
            </a:r>
            <a:r>
              <a:rPr kumimoji="1" lang="ja-JP" altLang="en-US" dirty="0">
                <a:solidFill>
                  <a:srgbClr val="FF0000"/>
                </a:solidFill>
              </a:rPr>
              <a:t>〇</a:t>
            </a:r>
            <a:r>
              <a:rPr kumimoji="1" lang="ja-JP" altLang="en-US" dirty="0"/>
              <a:t>，</a:t>
            </a:r>
            <a:r>
              <a:rPr kumimoji="1" lang="en-US" altLang="ja-JP" dirty="0">
                <a:solidFill>
                  <a:schemeClr val="accent1"/>
                </a:solidFill>
              </a:rPr>
              <a:t>B00</a:t>
            </a:r>
            <a:r>
              <a:rPr kumimoji="1" lang="ja-JP" altLang="en-US" dirty="0"/>
              <a:t> は </a:t>
            </a:r>
            <a:r>
              <a:rPr kumimoji="1" lang="en-US" altLang="ja-JP" sz="3200" dirty="0">
                <a:solidFill>
                  <a:srgbClr val="FF0000"/>
                </a:solidFill>
              </a:rPr>
              <a:t>×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pPr marL="0" indent="0">
              <a:spcBef>
                <a:spcPts val="1800"/>
              </a:spcBef>
              <a:buNone/>
            </a:pPr>
            <a:r>
              <a:rPr kumimoji="1" lang="en-US" altLang="ja-JP" dirty="0">
                <a:solidFill>
                  <a:schemeClr val="accent1"/>
                </a:solidFill>
              </a:rPr>
              <a:t>B01</a:t>
            </a:r>
            <a:r>
              <a:rPr kumimoji="1" lang="ja-JP" altLang="en-US" dirty="0"/>
              <a:t> は，</a:t>
            </a:r>
            <a:r>
              <a:rPr kumimoji="1" lang="en-US" altLang="ja-JP" dirty="0"/>
              <a:t>B</a:t>
            </a:r>
            <a:r>
              <a:rPr kumimoji="1" lang="ja-JP" altLang="en-US" dirty="0"/>
              <a:t>が手 </a:t>
            </a:r>
            <a:r>
              <a:rPr kumimoji="1" lang="en-US" altLang="ja-JP" dirty="0">
                <a:solidFill>
                  <a:schemeClr val="accent1"/>
                </a:solidFill>
              </a:rPr>
              <a:t>01</a:t>
            </a:r>
            <a:r>
              <a:rPr kumimoji="1" lang="ja-JP" altLang="en-US" dirty="0"/>
              <a:t> しか選べず，結果的に </a:t>
            </a:r>
            <a:r>
              <a:rPr kumimoji="1" lang="en-US" altLang="ja-JP" dirty="0">
                <a:solidFill>
                  <a:schemeClr val="accent1"/>
                </a:solidFill>
              </a:rPr>
              <a:t>A00</a:t>
            </a:r>
            <a:r>
              <a:rPr kumimoji="1" lang="ja-JP" altLang="en-US" dirty="0"/>
              <a:t> になる</a:t>
            </a:r>
            <a:br>
              <a:rPr kumimoji="1" lang="en-US" altLang="ja-JP" dirty="0"/>
            </a:br>
            <a:r>
              <a:rPr kumimoji="1" lang="ja-JP" altLang="en-US" dirty="0"/>
              <a:t>→ </a:t>
            </a:r>
            <a:r>
              <a:rPr kumimoji="1" lang="en-US" altLang="ja-JP" dirty="0"/>
              <a:t>(A</a:t>
            </a:r>
            <a:r>
              <a:rPr kumimoji="1" lang="ja-JP" altLang="en-US" dirty="0"/>
              <a:t>にとって</a:t>
            </a:r>
            <a:r>
              <a:rPr kumimoji="1" lang="en-US" altLang="ja-JP" dirty="0"/>
              <a:t>)</a:t>
            </a:r>
            <a:r>
              <a:rPr kumimoji="1" lang="ja-JP" altLang="en-US" dirty="0"/>
              <a:t> </a:t>
            </a:r>
            <a:r>
              <a:rPr kumimoji="1" lang="ja-JP" altLang="en-US" dirty="0">
                <a:solidFill>
                  <a:srgbClr val="FF0000"/>
                </a:solidFill>
              </a:rPr>
              <a:t>〇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pPr marL="0" indent="0">
              <a:spcBef>
                <a:spcPts val="1800"/>
              </a:spcBef>
              <a:buNone/>
            </a:pPr>
            <a:r>
              <a:rPr lang="en-US" altLang="ja-JP" dirty="0">
                <a:solidFill>
                  <a:schemeClr val="accent1"/>
                </a:solidFill>
              </a:rPr>
              <a:t>A01</a:t>
            </a:r>
            <a:r>
              <a:rPr lang="ja-JP" altLang="en-US" dirty="0"/>
              <a:t> は，</a:t>
            </a:r>
            <a:r>
              <a:rPr lang="en-US" altLang="ja-JP" dirty="0"/>
              <a:t>A</a:t>
            </a:r>
            <a:r>
              <a:rPr lang="ja-JP" altLang="en-US" dirty="0"/>
              <a:t>が手 </a:t>
            </a:r>
            <a:r>
              <a:rPr lang="en-US" altLang="ja-JP" dirty="0">
                <a:solidFill>
                  <a:schemeClr val="accent1"/>
                </a:solidFill>
              </a:rPr>
              <a:t>01</a:t>
            </a:r>
            <a:r>
              <a:rPr lang="ja-JP" altLang="en-US" dirty="0"/>
              <a:t> しか選べず，結果的に </a:t>
            </a:r>
            <a:r>
              <a:rPr lang="en-US" altLang="ja-JP" dirty="0">
                <a:solidFill>
                  <a:schemeClr val="accent1"/>
                </a:solidFill>
              </a:rPr>
              <a:t>B00</a:t>
            </a:r>
            <a:r>
              <a:rPr lang="ja-JP" altLang="en-US" dirty="0"/>
              <a:t> になる</a:t>
            </a:r>
            <a:br>
              <a:rPr lang="en-US" altLang="ja-JP" dirty="0"/>
            </a:br>
            <a:r>
              <a:rPr lang="ja-JP" altLang="en-US" dirty="0"/>
              <a:t>→ </a:t>
            </a:r>
            <a:r>
              <a:rPr lang="en-US" altLang="ja-JP" dirty="0"/>
              <a:t>(A</a:t>
            </a:r>
            <a:r>
              <a:rPr lang="ja-JP" altLang="en-US" dirty="0"/>
              <a:t>にとって</a:t>
            </a:r>
            <a:r>
              <a:rPr lang="en-US" altLang="ja-JP" dirty="0"/>
              <a:t>)</a:t>
            </a:r>
            <a:r>
              <a:rPr lang="ja-JP" altLang="en-US" dirty="0"/>
              <a:t> </a:t>
            </a:r>
            <a:r>
              <a:rPr lang="en-US" altLang="ja-JP" sz="3200" dirty="0">
                <a:solidFill>
                  <a:srgbClr val="FF0000"/>
                </a:solidFill>
              </a:rPr>
              <a:t>×</a:t>
            </a:r>
            <a:endParaRPr lang="en-US" altLang="ja-JP" dirty="0">
              <a:solidFill>
                <a:srgbClr val="FF0000"/>
              </a:solidFill>
            </a:endParaRPr>
          </a:p>
        </p:txBody>
      </p:sp>
      <p:sp>
        <p:nvSpPr>
          <p:cNvPr id="319" name="コンテンツ プレースホルダー 318">
            <a:extLst>
              <a:ext uri="{FF2B5EF4-FFF2-40B4-BE49-F238E27FC236}">
                <a16:creationId xmlns:a16="http://schemas.microsoft.com/office/drawing/2014/main" id="{4261683B-C06C-47E1-89E0-20535491C9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marL="622300" indent="-227013"/>
            <a:r>
              <a:rPr lang="ja-JP" altLang="en-US" dirty="0"/>
              <a:t>プレイヤー</a:t>
            </a:r>
            <a:r>
              <a:rPr lang="en-US" altLang="ja-JP" dirty="0"/>
              <a:t>A</a:t>
            </a:r>
            <a:r>
              <a:rPr lang="ja-JP" altLang="en-US" dirty="0"/>
              <a:t>から見て</a:t>
            </a:r>
            <a:r>
              <a:rPr lang="en-US" altLang="ja-JP" dirty="0"/>
              <a:t>…</a:t>
            </a:r>
            <a:endParaRPr kumimoji="1" lang="ja-JP" altLang="en-US" dirty="0"/>
          </a:p>
        </p:txBody>
      </p:sp>
      <p:pic>
        <p:nvPicPr>
          <p:cNvPr id="320" name="コンテンツ プレースホルダー 317">
            <a:extLst>
              <a:ext uri="{FF2B5EF4-FFF2-40B4-BE49-F238E27FC236}">
                <a16:creationId xmlns:a16="http://schemas.microsoft.com/office/drawing/2014/main" id="{F60BCD0D-F97F-4C43-9776-F54F6D52530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94" t="76815" r="24000" b="1"/>
          <a:stretch/>
        </p:blipFill>
        <p:spPr>
          <a:xfrm>
            <a:off x="1385995" y="3066296"/>
            <a:ext cx="4086010" cy="1869996"/>
          </a:xfrm>
          <a:prstGeom prst="rect">
            <a:avLst/>
          </a:prstGeom>
        </p:spPr>
      </p:pic>
      <p:grpSp>
        <p:nvGrpSpPr>
          <p:cNvPr id="135" name="グループ化 134"/>
          <p:cNvGrpSpPr/>
          <p:nvPr/>
        </p:nvGrpSpPr>
        <p:grpSpPr>
          <a:xfrm>
            <a:off x="1552700" y="3805489"/>
            <a:ext cx="866650" cy="704599"/>
            <a:chOff x="1552700" y="3805489"/>
            <a:chExt cx="866650" cy="704599"/>
          </a:xfrm>
        </p:grpSpPr>
        <p:sp>
          <p:nvSpPr>
            <p:cNvPr id="321" name="楕円 320">
              <a:extLst>
                <a:ext uri="{FF2B5EF4-FFF2-40B4-BE49-F238E27FC236}">
                  <a16:creationId xmlns:a16="http://schemas.microsoft.com/office/drawing/2014/main" id="{45AFEFCB-F1DA-4FE3-AD49-4052C3F21D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52700" y="3805489"/>
              <a:ext cx="540000" cy="5400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327" name="直線矢印コネクタ 326">
              <a:extLst>
                <a:ext uri="{FF2B5EF4-FFF2-40B4-BE49-F238E27FC236}">
                  <a16:creationId xmlns:a16="http://schemas.microsoft.com/office/drawing/2014/main" id="{0DF72807-BE1E-434E-9DFB-032C380F32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08981" y="4298951"/>
              <a:ext cx="410369" cy="21113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4" name="グループ化 133"/>
          <p:cNvGrpSpPr/>
          <p:nvPr/>
        </p:nvGrpSpPr>
        <p:grpSpPr>
          <a:xfrm>
            <a:off x="2478521" y="4273429"/>
            <a:ext cx="1930104" cy="540000"/>
            <a:chOff x="2478521" y="4273429"/>
            <a:chExt cx="1930104" cy="540000"/>
          </a:xfrm>
        </p:grpSpPr>
        <p:grpSp>
          <p:nvGrpSpPr>
            <p:cNvPr id="325" name="グループ化 324">
              <a:extLst>
                <a:ext uri="{FF2B5EF4-FFF2-40B4-BE49-F238E27FC236}">
                  <a16:creationId xmlns:a16="http://schemas.microsoft.com/office/drawing/2014/main" id="{0847FB2A-9A06-4B1F-B510-7F29F6BCB41E}"/>
                </a:ext>
              </a:extLst>
            </p:cNvPr>
            <p:cNvGrpSpPr>
              <a:grpSpLocks/>
            </p:cNvGrpSpPr>
            <p:nvPr/>
          </p:nvGrpSpPr>
          <p:grpSpPr>
            <a:xfrm>
              <a:off x="3868625" y="4363429"/>
              <a:ext cx="540000" cy="360000"/>
              <a:chOff x="4009900" y="5286627"/>
              <a:chExt cx="543300" cy="540000"/>
            </a:xfrm>
          </p:grpSpPr>
          <p:cxnSp>
            <p:nvCxnSpPr>
              <p:cNvPr id="323" name="直線コネクタ 322">
                <a:extLst>
                  <a:ext uri="{FF2B5EF4-FFF2-40B4-BE49-F238E27FC236}">
                    <a16:creationId xmlns:a16="http://schemas.microsoft.com/office/drawing/2014/main" id="{1600F45B-CA38-4D5B-8BAA-9475CD29B76A}"/>
                  </a:ext>
                </a:extLst>
              </p:cNvPr>
              <p:cNvCxnSpPr/>
              <p:nvPr/>
            </p:nvCxnSpPr>
            <p:spPr>
              <a:xfrm>
                <a:off x="4013200" y="5286627"/>
                <a:ext cx="540000" cy="5400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直線コネクタ 323">
                <a:extLst>
                  <a:ext uri="{FF2B5EF4-FFF2-40B4-BE49-F238E27FC236}">
                    <a16:creationId xmlns:a16="http://schemas.microsoft.com/office/drawing/2014/main" id="{458B5EE3-B3EC-4B73-B229-FC7DA58F7E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09900" y="5286627"/>
                <a:ext cx="540000" cy="5400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1" name="楕円 330">
              <a:extLst>
                <a:ext uri="{FF2B5EF4-FFF2-40B4-BE49-F238E27FC236}">
                  <a16:creationId xmlns:a16="http://schemas.microsoft.com/office/drawing/2014/main" id="{49645E38-3780-405B-80C9-F5511D8D09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78521" y="4273429"/>
              <a:ext cx="540000" cy="5400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36" name="グループ化 135"/>
          <p:cNvGrpSpPr/>
          <p:nvPr/>
        </p:nvGrpSpPr>
        <p:grpSpPr>
          <a:xfrm>
            <a:off x="4459287" y="3898309"/>
            <a:ext cx="857375" cy="611779"/>
            <a:chOff x="4459287" y="3898309"/>
            <a:chExt cx="857375" cy="611779"/>
          </a:xfrm>
        </p:grpSpPr>
        <p:cxnSp>
          <p:nvCxnSpPr>
            <p:cNvPr id="329" name="直線矢印コネクタ 328">
              <a:extLst>
                <a:ext uri="{FF2B5EF4-FFF2-40B4-BE49-F238E27FC236}">
                  <a16:creationId xmlns:a16="http://schemas.microsoft.com/office/drawing/2014/main" id="{AF0800BE-026A-4F29-A7AD-964C347956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9287" y="4298951"/>
              <a:ext cx="410369" cy="21113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6" name="グループ化 335">
              <a:extLst>
                <a:ext uri="{FF2B5EF4-FFF2-40B4-BE49-F238E27FC236}">
                  <a16:creationId xmlns:a16="http://schemas.microsoft.com/office/drawing/2014/main" id="{A3862188-4507-464E-87F4-D617FF855DDD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76662" y="3898309"/>
              <a:ext cx="540000" cy="360000"/>
              <a:chOff x="4009900" y="5286627"/>
              <a:chExt cx="543300" cy="540000"/>
            </a:xfrm>
          </p:grpSpPr>
          <p:cxnSp>
            <p:nvCxnSpPr>
              <p:cNvPr id="337" name="直線コネクタ 336">
                <a:extLst>
                  <a:ext uri="{FF2B5EF4-FFF2-40B4-BE49-F238E27FC236}">
                    <a16:creationId xmlns:a16="http://schemas.microsoft.com/office/drawing/2014/main" id="{B0DDC445-C6E0-49FC-A266-B0D18F802AEA}"/>
                  </a:ext>
                </a:extLst>
              </p:cNvPr>
              <p:cNvCxnSpPr/>
              <p:nvPr/>
            </p:nvCxnSpPr>
            <p:spPr>
              <a:xfrm>
                <a:off x="4013200" y="5286627"/>
                <a:ext cx="540000" cy="5400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直線コネクタ 337">
                <a:extLst>
                  <a:ext uri="{FF2B5EF4-FFF2-40B4-BE49-F238E27FC236}">
                    <a16:creationId xmlns:a16="http://schemas.microsoft.com/office/drawing/2014/main" id="{E37DA265-CB2B-48E1-91EB-C23D67FEDA0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09900" y="5286627"/>
                <a:ext cx="540000" cy="5400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410465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4EEB83-EE59-4287-988B-334499750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成功の状態</a:t>
            </a:r>
            <a:r>
              <a:rPr lang="en-US" altLang="ja-JP" dirty="0"/>
              <a:t>/</a:t>
            </a:r>
            <a:r>
              <a:rPr lang="ja-JP" altLang="en-US" dirty="0"/>
              <a:t>失敗の状態</a:t>
            </a:r>
            <a:endParaRPr kumimoji="1" lang="ja-JP" altLang="en-US" dirty="0"/>
          </a:p>
        </p:txBody>
      </p:sp>
      <p:sp>
        <p:nvSpPr>
          <p:cNvPr id="316" name="コンテンツ プレースホルダー 315">
            <a:extLst>
              <a:ext uri="{FF2B5EF4-FFF2-40B4-BE49-F238E27FC236}">
                <a16:creationId xmlns:a16="http://schemas.microsoft.com/office/drawing/2014/main" id="{0CE56753-DDB1-4FB0-9E8B-FEB292D064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marL="0" indent="0">
              <a:spcBef>
                <a:spcPts val="1800"/>
              </a:spcBef>
              <a:buNone/>
            </a:pPr>
            <a:r>
              <a:rPr kumimoji="1" lang="en-US" altLang="ja-JP" dirty="0">
                <a:solidFill>
                  <a:schemeClr val="accent1"/>
                </a:solidFill>
              </a:rPr>
              <a:t>A02</a:t>
            </a:r>
            <a:r>
              <a:rPr lang="ja-JP" altLang="en-US" dirty="0"/>
              <a:t> </a:t>
            </a:r>
            <a:r>
              <a:rPr kumimoji="1" lang="ja-JP" altLang="en-US" dirty="0"/>
              <a:t>は，</a:t>
            </a:r>
            <a:r>
              <a:rPr kumimoji="1" lang="en-US" altLang="ja-JP" dirty="0"/>
              <a:t>A</a:t>
            </a:r>
            <a:r>
              <a:rPr kumimoji="1" lang="ja-JP" altLang="en-US" dirty="0"/>
              <a:t>が手 </a:t>
            </a:r>
            <a:r>
              <a:rPr kumimoji="1" lang="en-US" altLang="ja-JP" dirty="0">
                <a:solidFill>
                  <a:schemeClr val="accent1"/>
                </a:solidFill>
              </a:rPr>
              <a:t>01</a:t>
            </a:r>
            <a:r>
              <a:rPr kumimoji="1" lang="ja-JP" altLang="en-US" dirty="0"/>
              <a:t> </a:t>
            </a:r>
            <a:r>
              <a:rPr lang="ja-JP" altLang="en-US" dirty="0"/>
              <a:t>を</a:t>
            </a:r>
            <a:r>
              <a:rPr kumimoji="1" lang="ja-JP" altLang="en-US" dirty="0"/>
              <a:t>選ぶと</a:t>
            </a:r>
            <a:r>
              <a:rPr kumimoji="1" lang="en-US" altLang="ja-JP" dirty="0">
                <a:solidFill>
                  <a:schemeClr val="accent1"/>
                </a:solidFill>
              </a:rPr>
              <a:t>B01</a:t>
            </a:r>
            <a:r>
              <a:rPr kumimoji="1" lang="ja-JP" altLang="en-US" dirty="0"/>
              <a:t> になる</a:t>
            </a:r>
            <a:br>
              <a:rPr kumimoji="1" lang="en-US" altLang="ja-JP" dirty="0"/>
            </a:br>
            <a:r>
              <a:rPr kumimoji="1" lang="ja-JP" altLang="en-US" dirty="0"/>
              <a:t>→ </a:t>
            </a:r>
            <a:r>
              <a:rPr kumimoji="1" lang="en-US" altLang="ja-JP" dirty="0"/>
              <a:t>(A</a:t>
            </a:r>
            <a:r>
              <a:rPr kumimoji="1" lang="ja-JP" altLang="en-US" dirty="0"/>
              <a:t>にとって</a:t>
            </a:r>
            <a:r>
              <a:rPr kumimoji="1" lang="en-US" altLang="ja-JP" dirty="0"/>
              <a:t>)</a:t>
            </a:r>
            <a:r>
              <a:rPr kumimoji="1" lang="ja-JP" altLang="en-US" dirty="0"/>
              <a:t> </a:t>
            </a:r>
            <a:r>
              <a:rPr kumimoji="1" lang="ja-JP" altLang="en-US" dirty="0">
                <a:solidFill>
                  <a:srgbClr val="FF0000"/>
                </a:solidFill>
              </a:rPr>
              <a:t>〇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pPr marL="0" indent="0">
              <a:spcBef>
                <a:spcPts val="1800"/>
              </a:spcBef>
              <a:buNone/>
            </a:pPr>
            <a:r>
              <a:rPr lang="en-US" altLang="ja-JP" dirty="0">
                <a:solidFill>
                  <a:schemeClr val="accent1"/>
                </a:solidFill>
              </a:rPr>
              <a:t>B02</a:t>
            </a:r>
            <a:r>
              <a:rPr lang="ja-JP" altLang="en-US" dirty="0"/>
              <a:t> は，</a:t>
            </a:r>
            <a:r>
              <a:rPr lang="en-US" altLang="ja-JP" dirty="0"/>
              <a:t>B</a:t>
            </a:r>
            <a:r>
              <a:rPr lang="ja-JP" altLang="en-US" dirty="0"/>
              <a:t>が手 </a:t>
            </a:r>
            <a:r>
              <a:rPr lang="en-US" altLang="ja-JP" dirty="0">
                <a:solidFill>
                  <a:schemeClr val="accent1"/>
                </a:solidFill>
              </a:rPr>
              <a:t>01</a:t>
            </a:r>
            <a:r>
              <a:rPr lang="ja-JP" altLang="en-US" dirty="0">
                <a:solidFill>
                  <a:schemeClr val="accent1"/>
                </a:solidFill>
              </a:rPr>
              <a:t> </a:t>
            </a:r>
            <a:r>
              <a:rPr lang="ja-JP" altLang="en-US" dirty="0"/>
              <a:t>を選ぶと</a:t>
            </a:r>
            <a:r>
              <a:rPr lang="en-US" altLang="ja-JP" dirty="0">
                <a:solidFill>
                  <a:schemeClr val="accent1"/>
                </a:solidFill>
              </a:rPr>
              <a:t>A01</a:t>
            </a:r>
            <a:r>
              <a:rPr lang="ja-JP" altLang="en-US" dirty="0"/>
              <a:t> になる</a:t>
            </a:r>
            <a:br>
              <a:rPr lang="en-US" altLang="ja-JP" dirty="0"/>
            </a:br>
            <a:r>
              <a:rPr lang="ja-JP" altLang="en-US" dirty="0"/>
              <a:t>→ </a:t>
            </a:r>
            <a:r>
              <a:rPr lang="en-US" altLang="ja-JP" dirty="0"/>
              <a:t>(A</a:t>
            </a:r>
            <a:r>
              <a:rPr lang="ja-JP" altLang="en-US" dirty="0"/>
              <a:t>にとって</a:t>
            </a:r>
            <a:r>
              <a:rPr lang="en-US" altLang="ja-JP" dirty="0"/>
              <a:t>)</a:t>
            </a:r>
            <a:r>
              <a:rPr lang="ja-JP" altLang="en-US" dirty="0"/>
              <a:t> </a:t>
            </a:r>
            <a:r>
              <a:rPr lang="en-US" altLang="ja-JP" sz="3200" dirty="0">
                <a:solidFill>
                  <a:srgbClr val="FF0000"/>
                </a:solidFill>
              </a:rPr>
              <a:t>×</a:t>
            </a:r>
            <a:endParaRPr lang="en-US" altLang="ja-JP" dirty="0">
              <a:solidFill>
                <a:srgbClr val="FF0000"/>
              </a:solidFill>
            </a:endParaRPr>
          </a:p>
        </p:txBody>
      </p:sp>
      <p:sp>
        <p:nvSpPr>
          <p:cNvPr id="319" name="コンテンツ プレースホルダー 318">
            <a:extLst>
              <a:ext uri="{FF2B5EF4-FFF2-40B4-BE49-F238E27FC236}">
                <a16:creationId xmlns:a16="http://schemas.microsoft.com/office/drawing/2014/main" id="{4261683B-C06C-47E1-89E0-20535491C9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marL="622300" indent="-227013"/>
            <a:r>
              <a:rPr lang="ja-JP" altLang="en-US" dirty="0"/>
              <a:t>プレイヤー</a:t>
            </a:r>
            <a:r>
              <a:rPr lang="en-US" altLang="ja-JP" dirty="0"/>
              <a:t>A</a:t>
            </a:r>
            <a:r>
              <a:rPr lang="ja-JP" altLang="en-US" dirty="0"/>
              <a:t>から見て</a:t>
            </a:r>
            <a:r>
              <a:rPr lang="en-US" altLang="ja-JP" dirty="0"/>
              <a:t>…</a:t>
            </a:r>
            <a:endParaRPr kumimoji="1" lang="ja-JP" altLang="en-US" dirty="0"/>
          </a:p>
        </p:txBody>
      </p:sp>
      <p:pic>
        <p:nvPicPr>
          <p:cNvPr id="320" name="コンテンツ プレースホルダー 317">
            <a:extLst>
              <a:ext uri="{FF2B5EF4-FFF2-40B4-BE49-F238E27FC236}">
                <a16:creationId xmlns:a16="http://schemas.microsoft.com/office/drawing/2014/main" id="{F60BCD0D-F97F-4C43-9776-F54F6D52530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94" t="76815" r="24000" b="1"/>
          <a:stretch/>
        </p:blipFill>
        <p:spPr>
          <a:xfrm>
            <a:off x="1385995" y="3066296"/>
            <a:ext cx="4086010" cy="1869996"/>
          </a:xfrm>
          <a:prstGeom prst="rect">
            <a:avLst/>
          </a:prstGeom>
        </p:spPr>
      </p:pic>
      <p:grpSp>
        <p:nvGrpSpPr>
          <p:cNvPr id="135" name="グループ化 134"/>
          <p:cNvGrpSpPr/>
          <p:nvPr/>
        </p:nvGrpSpPr>
        <p:grpSpPr>
          <a:xfrm>
            <a:off x="1552700" y="3805489"/>
            <a:ext cx="866650" cy="704599"/>
            <a:chOff x="1552700" y="3805489"/>
            <a:chExt cx="866650" cy="704599"/>
          </a:xfrm>
        </p:grpSpPr>
        <p:sp>
          <p:nvSpPr>
            <p:cNvPr id="321" name="楕円 320">
              <a:extLst>
                <a:ext uri="{FF2B5EF4-FFF2-40B4-BE49-F238E27FC236}">
                  <a16:creationId xmlns:a16="http://schemas.microsoft.com/office/drawing/2014/main" id="{45AFEFCB-F1DA-4FE3-AD49-4052C3F21D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52700" y="3805489"/>
              <a:ext cx="540000" cy="5400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327" name="直線矢印コネクタ 326">
              <a:extLst>
                <a:ext uri="{FF2B5EF4-FFF2-40B4-BE49-F238E27FC236}">
                  <a16:creationId xmlns:a16="http://schemas.microsoft.com/office/drawing/2014/main" id="{0DF72807-BE1E-434E-9DFB-032C380F32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08981" y="4298951"/>
              <a:ext cx="410369" cy="21113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4" name="グループ化 133"/>
          <p:cNvGrpSpPr/>
          <p:nvPr/>
        </p:nvGrpSpPr>
        <p:grpSpPr>
          <a:xfrm>
            <a:off x="2478521" y="4273429"/>
            <a:ext cx="1930104" cy="540000"/>
            <a:chOff x="2478521" y="4273429"/>
            <a:chExt cx="1930104" cy="540000"/>
          </a:xfrm>
        </p:grpSpPr>
        <p:grpSp>
          <p:nvGrpSpPr>
            <p:cNvPr id="325" name="グループ化 324">
              <a:extLst>
                <a:ext uri="{FF2B5EF4-FFF2-40B4-BE49-F238E27FC236}">
                  <a16:creationId xmlns:a16="http://schemas.microsoft.com/office/drawing/2014/main" id="{0847FB2A-9A06-4B1F-B510-7F29F6BCB41E}"/>
                </a:ext>
              </a:extLst>
            </p:cNvPr>
            <p:cNvGrpSpPr>
              <a:grpSpLocks/>
            </p:cNvGrpSpPr>
            <p:nvPr/>
          </p:nvGrpSpPr>
          <p:grpSpPr>
            <a:xfrm>
              <a:off x="3868625" y="4363429"/>
              <a:ext cx="540000" cy="360000"/>
              <a:chOff x="4009900" y="5286627"/>
              <a:chExt cx="543300" cy="540000"/>
            </a:xfrm>
          </p:grpSpPr>
          <p:cxnSp>
            <p:nvCxnSpPr>
              <p:cNvPr id="323" name="直線コネクタ 322">
                <a:extLst>
                  <a:ext uri="{FF2B5EF4-FFF2-40B4-BE49-F238E27FC236}">
                    <a16:creationId xmlns:a16="http://schemas.microsoft.com/office/drawing/2014/main" id="{1600F45B-CA38-4D5B-8BAA-9475CD29B76A}"/>
                  </a:ext>
                </a:extLst>
              </p:cNvPr>
              <p:cNvCxnSpPr/>
              <p:nvPr/>
            </p:nvCxnSpPr>
            <p:spPr>
              <a:xfrm>
                <a:off x="4013200" y="5286627"/>
                <a:ext cx="540000" cy="5400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直線コネクタ 323">
                <a:extLst>
                  <a:ext uri="{FF2B5EF4-FFF2-40B4-BE49-F238E27FC236}">
                    <a16:creationId xmlns:a16="http://schemas.microsoft.com/office/drawing/2014/main" id="{458B5EE3-B3EC-4B73-B229-FC7DA58F7E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09900" y="5286627"/>
                <a:ext cx="540000" cy="5400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1" name="楕円 330">
              <a:extLst>
                <a:ext uri="{FF2B5EF4-FFF2-40B4-BE49-F238E27FC236}">
                  <a16:creationId xmlns:a16="http://schemas.microsoft.com/office/drawing/2014/main" id="{49645E38-3780-405B-80C9-F5511D8D09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78521" y="4273429"/>
              <a:ext cx="540000" cy="5400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36" name="グループ化 135"/>
          <p:cNvGrpSpPr/>
          <p:nvPr/>
        </p:nvGrpSpPr>
        <p:grpSpPr>
          <a:xfrm>
            <a:off x="4459287" y="3898309"/>
            <a:ext cx="857375" cy="611779"/>
            <a:chOff x="4459287" y="3898309"/>
            <a:chExt cx="857375" cy="611779"/>
          </a:xfrm>
        </p:grpSpPr>
        <p:cxnSp>
          <p:nvCxnSpPr>
            <p:cNvPr id="329" name="直線矢印コネクタ 328">
              <a:extLst>
                <a:ext uri="{FF2B5EF4-FFF2-40B4-BE49-F238E27FC236}">
                  <a16:creationId xmlns:a16="http://schemas.microsoft.com/office/drawing/2014/main" id="{AF0800BE-026A-4F29-A7AD-964C347956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9287" y="4298951"/>
              <a:ext cx="410369" cy="21113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6" name="グループ化 335">
              <a:extLst>
                <a:ext uri="{FF2B5EF4-FFF2-40B4-BE49-F238E27FC236}">
                  <a16:creationId xmlns:a16="http://schemas.microsoft.com/office/drawing/2014/main" id="{A3862188-4507-464E-87F4-D617FF855DDD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76662" y="3898309"/>
              <a:ext cx="540000" cy="360000"/>
              <a:chOff x="4009900" y="5286627"/>
              <a:chExt cx="543300" cy="540000"/>
            </a:xfrm>
          </p:grpSpPr>
          <p:cxnSp>
            <p:nvCxnSpPr>
              <p:cNvPr id="337" name="直線コネクタ 336">
                <a:extLst>
                  <a:ext uri="{FF2B5EF4-FFF2-40B4-BE49-F238E27FC236}">
                    <a16:creationId xmlns:a16="http://schemas.microsoft.com/office/drawing/2014/main" id="{B0DDC445-C6E0-49FC-A266-B0D18F802AEA}"/>
                  </a:ext>
                </a:extLst>
              </p:cNvPr>
              <p:cNvCxnSpPr/>
              <p:nvPr/>
            </p:nvCxnSpPr>
            <p:spPr>
              <a:xfrm>
                <a:off x="4013200" y="5286627"/>
                <a:ext cx="540000" cy="5400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直線コネクタ 337">
                <a:extLst>
                  <a:ext uri="{FF2B5EF4-FFF2-40B4-BE49-F238E27FC236}">
                    <a16:creationId xmlns:a16="http://schemas.microsoft.com/office/drawing/2014/main" id="{E37DA265-CB2B-48E1-91EB-C23D67FEDA0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09900" y="5286627"/>
                <a:ext cx="540000" cy="5400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" name="グループ化 3"/>
          <p:cNvGrpSpPr/>
          <p:nvPr/>
        </p:nvGrpSpPr>
        <p:grpSpPr>
          <a:xfrm>
            <a:off x="2028825" y="3100890"/>
            <a:ext cx="972531" cy="671010"/>
            <a:chOff x="2028825" y="3100890"/>
            <a:chExt cx="972531" cy="671010"/>
          </a:xfrm>
        </p:grpSpPr>
        <p:sp>
          <p:nvSpPr>
            <p:cNvPr id="25" name="楕円 24">
              <a:extLst>
                <a:ext uri="{FF2B5EF4-FFF2-40B4-BE49-F238E27FC236}">
                  <a16:creationId xmlns:a16="http://schemas.microsoft.com/office/drawing/2014/main" id="{45AFEFCB-F1DA-4FE3-AD49-4052C3F21DD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2461356" y="3100890"/>
              <a:ext cx="540000" cy="5400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6" name="直線矢印コネクタ 25">
              <a:extLst>
                <a:ext uri="{FF2B5EF4-FFF2-40B4-BE49-F238E27FC236}">
                  <a16:creationId xmlns:a16="http://schemas.microsoft.com/office/drawing/2014/main" id="{0DF72807-BE1E-434E-9DFB-032C380F32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28825" y="3467479"/>
              <a:ext cx="400915" cy="30442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グループ化 28"/>
          <p:cNvGrpSpPr/>
          <p:nvPr/>
        </p:nvGrpSpPr>
        <p:grpSpPr>
          <a:xfrm flipH="1">
            <a:off x="3868625" y="3215410"/>
            <a:ext cx="1001032" cy="556490"/>
            <a:chOff x="4315630" y="3898309"/>
            <a:chExt cx="1001032" cy="556490"/>
          </a:xfrm>
        </p:grpSpPr>
        <p:cxnSp>
          <p:nvCxnSpPr>
            <p:cNvPr id="30" name="直線矢印コネクタ 29">
              <a:extLst>
                <a:ext uri="{FF2B5EF4-FFF2-40B4-BE49-F238E27FC236}">
                  <a16:creationId xmlns:a16="http://schemas.microsoft.com/office/drawing/2014/main" id="{AF0800BE-026A-4F29-A7AD-964C347956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5630" y="4150378"/>
              <a:ext cx="422570" cy="30442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グループ化 30">
              <a:extLst>
                <a:ext uri="{FF2B5EF4-FFF2-40B4-BE49-F238E27FC236}">
                  <a16:creationId xmlns:a16="http://schemas.microsoft.com/office/drawing/2014/main" id="{A3862188-4507-464E-87F4-D617FF855DDD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76662" y="3898309"/>
              <a:ext cx="540000" cy="360000"/>
              <a:chOff x="4009900" y="5286627"/>
              <a:chExt cx="543300" cy="540000"/>
            </a:xfrm>
          </p:grpSpPr>
          <p:cxnSp>
            <p:nvCxnSpPr>
              <p:cNvPr id="32" name="直線コネクタ 31">
                <a:extLst>
                  <a:ext uri="{FF2B5EF4-FFF2-40B4-BE49-F238E27FC236}">
                    <a16:creationId xmlns:a16="http://schemas.microsoft.com/office/drawing/2014/main" id="{B0DDC445-C6E0-49FC-A266-B0D18F802AEA}"/>
                  </a:ext>
                </a:extLst>
              </p:cNvPr>
              <p:cNvCxnSpPr/>
              <p:nvPr/>
            </p:nvCxnSpPr>
            <p:spPr>
              <a:xfrm>
                <a:off x="4013200" y="5286627"/>
                <a:ext cx="540000" cy="5400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線コネクタ 32">
                <a:extLst>
                  <a:ext uri="{FF2B5EF4-FFF2-40B4-BE49-F238E27FC236}">
                    <a16:creationId xmlns:a16="http://schemas.microsoft.com/office/drawing/2014/main" id="{E37DA265-CB2B-48E1-91EB-C23D67FEDA0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09900" y="5286627"/>
                <a:ext cx="540000" cy="5400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728137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CF3293-C3E7-43E9-9FCE-494F2C6B5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成功の状態</a:t>
            </a:r>
            <a:r>
              <a:rPr lang="en-US" altLang="ja-JP" dirty="0"/>
              <a:t>/</a:t>
            </a:r>
            <a:r>
              <a:rPr lang="ja-JP" altLang="en-US" dirty="0"/>
              <a:t>失敗の状態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82F6A2-1B5D-4C16-A3DC-C5148B29DE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540185" cy="4351338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一般に，プレイヤー</a:t>
            </a:r>
            <a:r>
              <a:rPr kumimoji="1" lang="en-US" altLang="ja-JP" dirty="0"/>
              <a:t>A</a:t>
            </a:r>
            <a:r>
              <a:rPr kumimoji="1" lang="ja-JP" altLang="en-US" dirty="0"/>
              <a:t>から見て，状態が </a:t>
            </a:r>
            <a:r>
              <a:rPr kumimoji="1" lang="en-US" altLang="ja-JP" dirty="0">
                <a:solidFill>
                  <a:schemeClr val="accent1"/>
                </a:solidFill>
              </a:rPr>
              <a:t>A??</a:t>
            </a:r>
            <a:r>
              <a:rPr kumimoji="1" lang="ja-JP" altLang="en-US" dirty="0"/>
              <a:t> </a:t>
            </a:r>
            <a:r>
              <a:rPr kumimoji="1" lang="en-US" altLang="ja-JP" dirty="0"/>
              <a:t>(</a:t>
            </a:r>
            <a:r>
              <a:rPr kumimoji="1" lang="ja-JP" altLang="en-US" dirty="0"/>
              <a:t>自分の番</a:t>
            </a:r>
            <a:r>
              <a:rPr kumimoji="1" lang="en-US" altLang="ja-JP" dirty="0"/>
              <a:t>)</a:t>
            </a:r>
            <a:r>
              <a:rPr kumimoji="1" lang="ja-JP" altLang="en-US" dirty="0"/>
              <a:t>のとき，各選択肢に対応した次の状態 </a:t>
            </a:r>
            <a:r>
              <a:rPr kumimoji="1" lang="en-US" altLang="ja-JP" dirty="0"/>
              <a:t>(</a:t>
            </a:r>
            <a:r>
              <a:rPr kumimoji="1" lang="en-US" altLang="ja-JP" dirty="0">
                <a:solidFill>
                  <a:schemeClr val="accent1"/>
                </a:solidFill>
              </a:rPr>
              <a:t>B??</a:t>
            </a:r>
            <a:r>
              <a:rPr kumimoji="1" lang="en-US" altLang="ja-JP" dirty="0"/>
              <a:t>)</a:t>
            </a:r>
            <a:r>
              <a:rPr kumimoji="1" lang="ja-JP" altLang="en-US" dirty="0"/>
              <a:t>について，</a:t>
            </a:r>
            <a:endParaRPr kumimoji="1" lang="en-US" altLang="ja-JP" dirty="0"/>
          </a:p>
          <a:p>
            <a:pPr marL="809625" lvl="1" indent="-352425">
              <a:spcBef>
                <a:spcPts val="1200"/>
              </a:spcBef>
              <a:buFont typeface="游ゴシック" panose="020B0400000000000000" pitchFamily="50" charset="-128"/>
              <a:buChar char="‒"/>
            </a:pPr>
            <a:r>
              <a:rPr lang="ja-JP" altLang="en-US" sz="2800" dirty="0"/>
              <a:t>一つでも</a:t>
            </a:r>
            <a:r>
              <a:rPr lang="ja-JP" altLang="en-US" sz="2800" dirty="0">
                <a:solidFill>
                  <a:srgbClr val="FF0000"/>
                </a:solidFill>
              </a:rPr>
              <a:t>〇</a:t>
            </a:r>
            <a:r>
              <a:rPr lang="ja-JP" altLang="en-US" sz="2800" dirty="0"/>
              <a:t>があれば，</a:t>
            </a:r>
            <a:endParaRPr lang="en-US" altLang="ja-JP" sz="2800" dirty="0"/>
          </a:p>
          <a:p>
            <a:pPr marL="809625" lvl="1" indent="0">
              <a:spcBef>
                <a:spcPts val="0"/>
              </a:spcBef>
              <a:buNone/>
            </a:pPr>
            <a:r>
              <a:rPr lang="ja-JP" altLang="en-US" sz="2800" dirty="0"/>
              <a:t>その状態も</a:t>
            </a:r>
            <a:r>
              <a:rPr lang="ja-JP" altLang="en-US" sz="2800" dirty="0" err="1">
                <a:solidFill>
                  <a:srgbClr val="FF0000"/>
                </a:solidFill>
              </a:rPr>
              <a:t>〇</a:t>
            </a:r>
            <a:endParaRPr lang="en-US" altLang="ja-JP" sz="2800" dirty="0">
              <a:solidFill>
                <a:srgbClr val="FF0000"/>
              </a:solidFill>
            </a:endParaRPr>
          </a:p>
          <a:p>
            <a:pPr marL="809625" lvl="1" indent="-352425">
              <a:spcBef>
                <a:spcPts val="1200"/>
              </a:spcBef>
              <a:buFont typeface="游ゴシック" panose="020B0400000000000000" pitchFamily="50" charset="-128"/>
              <a:buChar char="‒"/>
            </a:pPr>
            <a:r>
              <a:rPr kumimoji="1" lang="ja-JP" altLang="en-US" sz="2800" dirty="0"/>
              <a:t>すべて</a:t>
            </a:r>
            <a:r>
              <a:rPr kumimoji="1" lang="en-US" altLang="ja-JP" sz="3200" dirty="0">
                <a:solidFill>
                  <a:srgbClr val="FF0000"/>
                </a:solidFill>
              </a:rPr>
              <a:t>×</a:t>
            </a:r>
            <a:r>
              <a:rPr kumimoji="1" lang="ja-JP" altLang="en-US" sz="2800" dirty="0"/>
              <a:t>なら</a:t>
            </a:r>
            <a:endParaRPr lang="en-US" altLang="ja-JP" sz="2800" dirty="0"/>
          </a:p>
          <a:p>
            <a:pPr marL="809625" lvl="1" indent="0">
              <a:spcBef>
                <a:spcPts val="0"/>
              </a:spcBef>
              <a:buNone/>
            </a:pPr>
            <a:r>
              <a:rPr kumimoji="1" lang="ja-JP" altLang="en-US" sz="2800" dirty="0"/>
              <a:t>その状態も</a:t>
            </a:r>
            <a:r>
              <a:rPr kumimoji="1" lang="en-US" altLang="ja-JP" sz="3200" dirty="0">
                <a:solidFill>
                  <a:srgbClr val="FF0000"/>
                </a:solidFill>
              </a:rPr>
              <a:t>×</a:t>
            </a:r>
            <a:endParaRPr lang="en-US" altLang="ja-JP" sz="2800" dirty="0">
              <a:solidFill>
                <a:srgbClr val="FF0000"/>
              </a:solidFill>
            </a:endParaRPr>
          </a:p>
          <a:p>
            <a:pPr marL="2689225" indent="0">
              <a:spcBef>
                <a:spcPts val="1200"/>
              </a:spcBef>
              <a:buNone/>
            </a:pPr>
            <a:r>
              <a:rPr kumimoji="1" lang="en-US" altLang="ja-JP" sz="3200" u="sng" dirty="0"/>
              <a:t>OR</a:t>
            </a:r>
            <a:r>
              <a:rPr kumimoji="1" lang="ja-JP" altLang="en-US" sz="3200" u="sng" dirty="0"/>
              <a:t>分岐と等価</a:t>
            </a:r>
            <a:endParaRPr kumimoji="1" lang="en-US" altLang="ja-JP" sz="3600" u="sng" dirty="0"/>
          </a:p>
        </p:txBody>
      </p:sp>
      <p:grpSp>
        <p:nvGrpSpPr>
          <p:cNvPr id="119" name="グループ化 118"/>
          <p:cNvGrpSpPr/>
          <p:nvPr/>
        </p:nvGrpSpPr>
        <p:grpSpPr>
          <a:xfrm>
            <a:off x="8427031" y="1940229"/>
            <a:ext cx="409607" cy="801039"/>
            <a:chOff x="8427031" y="1940229"/>
            <a:chExt cx="409607" cy="801039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48D38831-6110-4C01-B5B8-67CE2C6C4B7E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0257" y="2433014"/>
              <a:ext cx="154131" cy="155175"/>
            </a:xfrm>
            <a:custGeom>
              <a:avLst/>
              <a:gdLst>
                <a:gd name="T0" fmla="*/ 159 w 318"/>
                <a:gd name="T1" fmla="*/ 238 h 318"/>
                <a:gd name="T2" fmla="*/ 318 w 318"/>
                <a:gd name="T3" fmla="*/ 318 h 318"/>
                <a:gd name="T4" fmla="*/ 159 w 318"/>
                <a:gd name="T5" fmla="*/ 0 h 318"/>
                <a:gd name="T6" fmla="*/ 0 w 318"/>
                <a:gd name="T7" fmla="*/ 318 h 318"/>
                <a:gd name="T8" fmla="*/ 159 w 318"/>
                <a:gd name="T9" fmla="*/ 23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8" h="318">
                  <a:moveTo>
                    <a:pt x="159" y="238"/>
                  </a:moveTo>
                  <a:lnTo>
                    <a:pt x="318" y="318"/>
                  </a:lnTo>
                  <a:lnTo>
                    <a:pt x="159" y="0"/>
                  </a:lnTo>
                  <a:lnTo>
                    <a:pt x="0" y="318"/>
                  </a:lnTo>
                  <a:lnTo>
                    <a:pt x="159" y="238"/>
                  </a:lnTo>
                  <a:close/>
                </a:path>
              </a:pathLst>
            </a:custGeom>
            <a:solidFill>
              <a:srgbClr val="FF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3" name="Line 9">
              <a:extLst>
                <a:ext uri="{FF2B5EF4-FFF2-40B4-BE49-F238E27FC236}">
                  <a16:creationId xmlns:a16="http://schemas.microsoft.com/office/drawing/2014/main" id="{E1A5AEC3-DBE5-4581-A0A5-31A93E0AA2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526267" y="2548348"/>
              <a:ext cx="0" cy="19292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29C223A1-21E7-4632-BB56-28149BF22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8427031" y="1940229"/>
              <a:ext cx="409607" cy="411004"/>
            </a:xfrm>
            <a:custGeom>
              <a:avLst/>
              <a:gdLst>
                <a:gd name="T0" fmla="*/ 423 w 846"/>
                <a:gd name="T1" fmla="*/ 0 h 846"/>
                <a:gd name="T2" fmla="*/ 123 w 846"/>
                <a:gd name="T3" fmla="*/ 123 h 846"/>
                <a:gd name="T4" fmla="*/ 0 w 846"/>
                <a:gd name="T5" fmla="*/ 423 h 846"/>
                <a:gd name="T6" fmla="*/ 123 w 846"/>
                <a:gd name="T7" fmla="*/ 723 h 846"/>
                <a:gd name="T8" fmla="*/ 423 w 846"/>
                <a:gd name="T9" fmla="*/ 846 h 846"/>
                <a:gd name="T10" fmla="*/ 723 w 846"/>
                <a:gd name="T11" fmla="*/ 723 h 846"/>
                <a:gd name="T12" fmla="*/ 846 w 846"/>
                <a:gd name="T13" fmla="*/ 423 h 846"/>
                <a:gd name="T14" fmla="*/ 723 w 846"/>
                <a:gd name="T15" fmla="*/ 123 h 846"/>
                <a:gd name="T16" fmla="*/ 423 w 846"/>
                <a:gd name="T17" fmla="*/ 0 h 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46" h="846">
                  <a:moveTo>
                    <a:pt x="423" y="0"/>
                  </a:moveTo>
                  <a:cubicBezTo>
                    <a:pt x="307" y="0"/>
                    <a:pt x="206" y="40"/>
                    <a:pt x="123" y="123"/>
                  </a:cubicBezTo>
                  <a:cubicBezTo>
                    <a:pt x="40" y="206"/>
                    <a:pt x="0" y="307"/>
                    <a:pt x="0" y="423"/>
                  </a:cubicBezTo>
                  <a:cubicBezTo>
                    <a:pt x="0" y="539"/>
                    <a:pt x="40" y="640"/>
                    <a:pt x="123" y="723"/>
                  </a:cubicBezTo>
                  <a:cubicBezTo>
                    <a:pt x="206" y="806"/>
                    <a:pt x="307" y="846"/>
                    <a:pt x="423" y="846"/>
                  </a:cubicBezTo>
                  <a:cubicBezTo>
                    <a:pt x="539" y="846"/>
                    <a:pt x="640" y="806"/>
                    <a:pt x="723" y="723"/>
                  </a:cubicBezTo>
                  <a:cubicBezTo>
                    <a:pt x="806" y="640"/>
                    <a:pt x="846" y="539"/>
                    <a:pt x="846" y="423"/>
                  </a:cubicBezTo>
                  <a:cubicBezTo>
                    <a:pt x="846" y="307"/>
                    <a:pt x="806" y="206"/>
                    <a:pt x="723" y="123"/>
                  </a:cubicBezTo>
                  <a:cubicBezTo>
                    <a:pt x="640" y="40"/>
                    <a:pt x="539" y="0"/>
                    <a:pt x="423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</p:grpSp>
      <p:grpSp>
        <p:nvGrpSpPr>
          <p:cNvPr id="124" name="グループ化 123"/>
          <p:cNvGrpSpPr/>
          <p:nvPr/>
        </p:nvGrpSpPr>
        <p:grpSpPr>
          <a:xfrm>
            <a:off x="7250996" y="2864989"/>
            <a:ext cx="2761679" cy="411004"/>
            <a:chOff x="7250996" y="2864989"/>
            <a:chExt cx="2761679" cy="411004"/>
          </a:xfrm>
        </p:grpSpPr>
        <p:sp>
          <p:nvSpPr>
            <p:cNvPr id="28" name="Freeform 24">
              <a:extLst>
                <a:ext uri="{FF2B5EF4-FFF2-40B4-BE49-F238E27FC236}">
                  <a16:creationId xmlns:a16="http://schemas.microsoft.com/office/drawing/2014/main" id="{DBC7CA50-A906-4790-8F29-03E6A0EFF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8427031" y="2864989"/>
              <a:ext cx="409607" cy="411004"/>
            </a:xfrm>
            <a:custGeom>
              <a:avLst/>
              <a:gdLst>
                <a:gd name="T0" fmla="*/ 423 w 846"/>
                <a:gd name="T1" fmla="*/ 0 h 846"/>
                <a:gd name="T2" fmla="*/ 123 w 846"/>
                <a:gd name="T3" fmla="*/ 123 h 846"/>
                <a:gd name="T4" fmla="*/ 0 w 846"/>
                <a:gd name="T5" fmla="*/ 423 h 846"/>
                <a:gd name="T6" fmla="*/ 123 w 846"/>
                <a:gd name="T7" fmla="*/ 723 h 846"/>
                <a:gd name="T8" fmla="*/ 423 w 846"/>
                <a:gd name="T9" fmla="*/ 846 h 846"/>
                <a:gd name="T10" fmla="*/ 723 w 846"/>
                <a:gd name="T11" fmla="*/ 723 h 846"/>
                <a:gd name="T12" fmla="*/ 846 w 846"/>
                <a:gd name="T13" fmla="*/ 423 h 846"/>
                <a:gd name="T14" fmla="*/ 723 w 846"/>
                <a:gd name="T15" fmla="*/ 123 h 846"/>
                <a:gd name="T16" fmla="*/ 423 w 846"/>
                <a:gd name="T17" fmla="*/ 0 h 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46" h="846">
                  <a:moveTo>
                    <a:pt x="423" y="0"/>
                  </a:moveTo>
                  <a:cubicBezTo>
                    <a:pt x="307" y="0"/>
                    <a:pt x="206" y="40"/>
                    <a:pt x="123" y="123"/>
                  </a:cubicBezTo>
                  <a:cubicBezTo>
                    <a:pt x="40" y="206"/>
                    <a:pt x="0" y="307"/>
                    <a:pt x="0" y="423"/>
                  </a:cubicBezTo>
                  <a:cubicBezTo>
                    <a:pt x="0" y="539"/>
                    <a:pt x="40" y="640"/>
                    <a:pt x="123" y="723"/>
                  </a:cubicBezTo>
                  <a:cubicBezTo>
                    <a:pt x="206" y="806"/>
                    <a:pt x="307" y="846"/>
                    <a:pt x="423" y="846"/>
                  </a:cubicBezTo>
                  <a:cubicBezTo>
                    <a:pt x="539" y="846"/>
                    <a:pt x="640" y="806"/>
                    <a:pt x="723" y="723"/>
                  </a:cubicBezTo>
                  <a:cubicBezTo>
                    <a:pt x="806" y="640"/>
                    <a:pt x="846" y="539"/>
                    <a:pt x="846" y="423"/>
                  </a:cubicBezTo>
                  <a:cubicBezTo>
                    <a:pt x="846" y="307"/>
                    <a:pt x="806" y="206"/>
                    <a:pt x="723" y="123"/>
                  </a:cubicBezTo>
                  <a:cubicBezTo>
                    <a:pt x="640" y="40"/>
                    <a:pt x="539" y="0"/>
                    <a:pt x="423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30" name="Line 26">
              <a:extLst>
                <a:ext uri="{FF2B5EF4-FFF2-40B4-BE49-F238E27FC236}">
                  <a16:creationId xmlns:a16="http://schemas.microsoft.com/office/drawing/2014/main" id="{89DCB08F-53A9-4966-B552-EA7F7A7A89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704414" y="2917413"/>
              <a:ext cx="154131" cy="15307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31" name="Line 27">
              <a:extLst>
                <a:ext uri="{FF2B5EF4-FFF2-40B4-BE49-F238E27FC236}">
                  <a16:creationId xmlns:a16="http://schemas.microsoft.com/office/drawing/2014/main" id="{B7FC13BD-5A9C-4CE5-94C4-3EC0472C1E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58544" y="3070491"/>
              <a:ext cx="154131" cy="15517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32" name="Line 28">
              <a:extLst>
                <a:ext uri="{FF2B5EF4-FFF2-40B4-BE49-F238E27FC236}">
                  <a16:creationId xmlns:a16="http://schemas.microsoft.com/office/drawing/2014/main" id="{E8801A54-D2D9-4A30-B017-4ACFC31980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858544" y="2917413"/>
              <a:ext cx="154131" cy="15307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33" name="Line 29">
              <a:extLst>
                <a:ext uri="{FF2B5EF4-FFF2-40B4-BE49-F238E27FC236}">
                  <a16:creationId xmlns:a16="http://schemas.microsoft.com/office/drawing/2014/main" id="{33475C0E-0FDD-4C2A-9FBC-CCEE3059F1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04414" y="3070491"/>
              <a:ext cx="154131" cy="15517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34" name="Line 30">
              <a:extLst>
                <a:ext uri="{FF2B5EF4-FFF2-40B4-BE49-F238E27FC236}">
                  <a16:creationId xmlns:a16="http://schemas.microsoft.com/office/drawing/2014/main" id="{7E181045-B5B3-40F5-8574-14F7CF6A2F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250996" y="2917413"/>
              <a:ext cx="152019" cy="15307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35" name="Line 31">
              <a:extLst>
                <a:ext uri="{FF2B5EF4-FFF2-40B4-BE49-F238E27FC236}">
                  <a16:creationId xmlns:a16="http://schemas.microsoft.com/office/drawing/2014/main" id="{69233CEF-1F19-428B-B06E-0543075A01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03015" y="3070491"/>
              <a:ext cx="154131" cy="15517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36" name="Line 32">
              <a:extLst>
                <a:ext uri="{FF2B5EF4-FFF2-40B4-BE49-F238E27FC236}">
                  <a16:creationId xmlns:a16="http://schemas.microsoft.com/office/drawing/2014/main" id="{2737F88D-4A08-4B30-B26B-140B648375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03015" y="2917413"/>
              <a:ext cx="154131" cy="15307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37" name="Line 33">
              <a:extLst>
                <a:ext uri="{FF2B5EF4-FFF2-40B4-BE49-F238E27FC236}">
                  <a16:creationId xmlns:a16="http://schemas.microsoft.com/office/drawing/2014/main" id="{92536734-434C-41D4-B2F2-01994E79AE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50996" y="3070491"/>
              <a:ext cx="152019" cy="15517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</p:grpSp>
      <p:grpSp>
        <p:nvGrpSpPr>
          <p:cNvPr id="125" name="グループ化 124"/>
          <p:cNvGrpSpPr/>
          <p:nvPr/>
        </p:nvGrpSpPr>
        <p:grpSpPr>
          <a:xfrm>
            <a:off x="7153870" y="1690690"/>
            <a:ext cx="2984265" cy="1843230"/>
            <a:chOff x="7153870" y="1690690"/>
            <a:chExt cx="2984265" cy="1843230"/>
          </a:xfrm>
        </p:grpSpPr>
        <p:sp>
          <p:nvSpPr>
            <p:cNvPr id="10" name="Line 6">
              <a:extLst>
                <a:ext uri="{FF2B5EF4-FFF2-40B4-BE49-F238E27FC236}">
                  <a16:creationId xmlns:a16="http://schemas.microsoft.com/office/drawing/2014/main" id="{9965930F-1702-4223-9187-3847ECB48C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29723" y="2277839"/>
              <a:ext cx="0" cy="616507"/>
            </a:xfrm>
            <a:prstGeom prst="line">
              <a:avLst/>
            </a:prstGeom>
            <a:noFill/>
            <a:ln w="12700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7983A0B9-78FA-46C7-8116-8C35CD498C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52157" y="2277839"/>
              <a:ext cx="819214" cy="616507"/>
            </a:xfrm>
            <a:prstGeom prst="line">
              <a:avLst/>
            </a:prstGeom>
            <a:noFill/>
            <a:ln w="12700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2" name="Line 8">
              <a:extLst>
                <a:ext uri="{FF2B5EF4-FFF2-40B4-BE49-F238E27FC236}">
                  <a16:creationId xmlns:a16="http://schemas.microsoft.com/office/drawing/2014/main" id="{A0B93528-2A33-4DB5-89C0-C2E932F5BB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788077" y="2277839"/>
              <a:ext cx="819214" cy="616507"/>
            </a:xfrm>
            <a:prstGeom prst="line">
              <a:avLst/>
            </a:prstGeom>
            <a:noFill/>
            <a:ln w="12700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4" name="Line 10">
              <a:extLst>
                <a:ext uri="{FF2B5EF4-FFF2-40B4-BE49-F238E27FC236}">
                  <a16:creationId xmlns:a16="http://schemas.microsoft.com/office/drawing/2014/main" id="{8BCBBF51-F779-44F0-81F1-7716573679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31835" y="1690690"/>
              <a:ext cx="0" cy="30825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5" name="Line 11">
              <a:extLst>
                <a:ext uri="{FF2B5EF4-FFF2-40B4-BE49-F238E27FC236}">
                  <a16:creationId xmlns:a16="http://schemas.microsoft.com/office/drawing/2014/main" id="{3AD2E7C5-99D3-4A0A-B098-C0AFF8EDE3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25501" y="3225666"/>
              <a:ext cx="0" cy="30825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6" name="Line 12">
              <a:extLst>
                <a:ext uri="{FF2B5EF4-FFF2-40B4-BE49-F238E27FC236}">
                  <a16:creationId xmlns:a16="http://schemas.microsoft.com/office/drawing/2014/main" id="{97DD6EF7-4D62-4687-8981-D725A1B96E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71371" y="3225666"/>
              <a:ext cx="154131" cy="26631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7" name="Line 13">
              <a:extLst>
                <a:ext uri="{FF2B5EF4-FFF2-40B4-BE49-F238E27FC236}">
                  <a16:creationId xmlns:a16="http://schemas.microsoft.com/office/drawing/2014/main" id="{9FFF0BF3-E71C-4982-AFB0-8F56B77E12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625501" y="3225666"/>
              <a:ext cx="152019" cy="26631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8" name="Rectangle 14">
              <a:extLst>
                <a:ext uri="{FF2B5EF4-FFF2-40B4-BE49-F238E27FC236}">
                  <a16:creationId xmlns:a16="http://schemas.microsoft.com/office/drawing/2014/main" id="{C6D00ADE-24EF-47B1-B549-27F99C6D2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690" y="1992652"/>
              <a:ext cx="518075" cy="3658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2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A??</a:t>
              </a:r>
              <a:endPara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9" name="Rectangle 15">
              <a:extLst>
                <a:ext uri="{FF2B5EF4-FFF2-40B4-BE49-F238E27FC236}">
                  <a16:creationId xmlns:a16="http://schemas.microsoft.com/office/drawing/2014/main" id="{24FA7017-BD79-42A5-AF07-93A535F7A4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3870" y="2917413"/>
              <a:ext cx="528735" cy="3658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2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B??</a:t>
              </a:r>
              <a:endPara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0" name="Rectangle 16">
              <a:extLst>
                <a:ext uri="{FF2B5EF4-FFF2-40B4-BE49-F238E27FC236}">
                  <a16:creationId xmlns:a16="http://schemas.microsoft.com/office/drawing/2014/main" id="{4BF43023-F3E3-4D3A-9DD6-04C90BC51F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690" y="2917413"/>
              <a:ext cx="528735" cy="3658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2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B??</a:t>
              </a:r>
              <a:endParaRPr kumimoji="0" lang="ja-JP" altLang="ja-JP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1" name="Rectangle 17">
              <a:extLst>
                <a:ext uri="{FF2B5EF4-FFF2-40B4-BE49-F238E27FC236}">
                  <a16:creationId xmlns:a16="http://schemas.microsoft.com/office/drawing/2014/main" id="{7E2D6337-A6C1-4B65-9D94-0C40741F72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9400" y="2917413"/>
              <a:ext cx="528735" cy="3658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2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B??</a:t>
              </a:r>
              <a:endPara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1BD0C55A-D78B-4480-A665-1CB6A44F8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1879" y="3045327"/>
              <a:ext cx="52785" cy="52425"/>
            </a:xfrm>
            <a:custGeom>
              <a:avLst/>
              <a:gdLst>
                <a:gd name="T0" fmla="*/ 106 w 106"/>
                <a:gd name="T1" fmla="*/ 53 h 106"/>
                <a:gd name="T2" fmla="*/ 90 w 106"/>
                <a:gd name="T3" fmla="*/ 90 h 106"/>
                <a:gd name="T4" fmla="*/ 53 w 106"/>
                <a:gd name="T5" fmla="*/ 106 h 106"/>
                <a:gd name="T6" fmla="*/ 16 w 106"/>
                <a:gd name="T7" fmla="*/ 90 h 106"/>
                <a:gd name="T8" fmla="*/ 0 w 106"/>
                <a:gd name="T9" fmla="*/ 53 h 106"/>
                <a:gd name="T10" fmla="*/ 16 w 106"/>
                <a:gd name="T11" fmla="*/ 16 h 106"/>
                <a:gd name="T12" fmla="*/ 53 w 106"/>
                <a:gd name="T13" fmla="*/ 0 h 106"/>
                <a:gd name="T14" fmla="*/ 90 w 106"/>
                <a:gd name="T15" fmla="*/ 16 h 106"/>
                <a:gd name="T16" fmla="*/ 106 w 106"/>
                <a:gd name="T17" fmla="*/ 5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106">
                  <a:moveTo>
                    <a:pt x="106" y="53"/>
                  </a:moveTo>
                  <a:cubicBezTo>
                    <a:pt x="106" y="67"/>
                    <a:pt x="101" y="79"/>
                    <a:pt x="90" y="90"/>
                  </a:cubicBezTo>
                  <a:cubicBezTo>
                    <a:pt x="79" y="101"/>
                    <a:pt x="67" y="106"/>
                    <a:pt x="53" y="106"/>
                  </a:cubicBezTo>
                  <a:cubicBezTo>
                    <a:pt x="39" y="106"/>
                    <a:pt x="27" y="101"/>
                    <a:pt x="16" y="90"/>
                  </a:cubicBezTo>
                  <a:cubicBezTo>
                    <a:pt x="5" y="79"/>
                    <a:pt x="0" y="67"/>
                    <a:pt x="0" y="53"/>
                  </a:cubicBezTo>
                  <a:cubicBezTo>
                    <a:pt x="0" y="39"/>
                    <a:pt x="5" y="27"/>
                    <a:pt x="16" y="16"/>
                  </a:cubicBezTo>
                  <a:cubicBezTo>
                    <a:pt x="27" y="5"/>
                    <a:pt x="39" y="0"/>
                    <a:pt x="53" y="0"/>
                  </a:cubicBezTo>
                  <a:cubicBezTo>
                    <a:pt x="67" y="0"/>
                    <a:pt x="79" y="5"/>
                    <a:pt x="90" y="16"/>
                  </a:cubicBezTo>
                  <a:cubicBezTo>
                    <a:pt x="101" y="27"/>
                    <a:pt x="106" y="39"/>
                    <a:pt x="106" y="53"/>
                  </a:cubicBezTo>
                  <a:close/>
                </a:path>
              </a:pathLst>
            </a:custGeom>
            <a:solidFill>
              <a:srgbClr val="33333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96AA363F-78E7-4873-B4CA-CCDF48058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8000533" y="3045327"/>
              <a:ext cx="50673" cy="52425"/>
            </a:xfrm>
            <a:custGeom>
              <a:avLst/>
              <a:gdLst>
                <a:gd name="T0" fmla="*/ 106 w 106"/>
                <a:gd name="T1" fmla="*/ 53 h 106"/>
                <a:gd name="T2" fmla="*/ 90 w 106"/>
                <a:gd name="T3" fmla="*/ 90 h 106"/>
                <a:gd name="T4" fmla="*/ 53 w 106"/>
                <a:gd name="T5" fmla="*/ 106 h 106"/>
                <a:gd name="T6" fmla="*/ 16 w 106"/>
                <a:gd name="T7" fmla="*/ 90 h 106"/>
                <a:gd name="T8" fmla="*/ 0 w 106"/>
                <a:gd name="T9" fmla="*/ 53 h 106"/>
                <a:gd name="T10" fmla="*/ 16 w 106"/>
                <a:gd name="T11" fmla="*/ 16 h 106"/>
                <a:gd name="T12" fmla="*/ 53 w 106"/>
                <a:gd name="T13" fmla="*/ 0 h 106"/>
                <a:gd name="T14" fmla="*/ 90 w 106"/>
                <a:gd name="T15" fmla="*/ 16 h 106"/>
                <a:gd name="T16" fmla="*/ 106 w 106"/>
                <a:gd name="T17" fmla="*/ 5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106">
                  <a:moveTo>
                    <a:pt x="106" y="53"/>
                  </a:moveTo>
                  <a:cubicBezTo>
                    <a:pt x="106" y="67"/>
                    <a:pt x="101" y="79"/>
                    <a:pt x="90" y="90"/>
                  </a:cubicBezTo>
                  <a:cubicBezTo>
                    <a:pt x="79" y="101"/>
                    <a:pt x="67" y="106"/>
                    <a:pt x="53" y="106"/>
                  </a:cubicBezTo>
                  <a:cubicBezTo>
                    <a:pt x="39" y="106"/>
                    <a:pt x="27" y="101"/>
                    <a:pt x="16" y="90"/>
                  </a:cubicBezTo>
                  <a:cubicBezTo>
                    <a:pt x="5" y="79"/>
                    <a:pt x="0" y="67"/>
                    <a:pt x="0" y="53"/>
                  </a:cubicBezTo>
                  <a:cubicBezTo>
                    <a:pt x="0" y="39"/>
                    <a:pt x="5" y="27"/>
                    <a:pt x="16" y="16"/>
                  </a:cubicBezTo>
                  <a:cubicBezTo>
                    <a:pt x="27" y="5"/>
                    <a:pt x="39" y="0"/>
                    <a:pt x="53" y="0"/>
                  </a:cubicBezTo>
                  <a:cubicBezTo>
                    <a:pt x="67" y="0"/>
                    <a:pt x="79" y="5"/>
                    <a:pt x="90" y="16"/>
                  </a:cubicBezTo>
                  <a:cubicBezTo>
                    <a:pt x="101" y="27"/>
                    <a:pt x="106" y="39"/>
                    <a:pt x="106" y="53"/>
                  </a:cubicBezTo>
                  <a:close/>
                </a:path>
              </a:pathLst>
            </a:custGeom>
            <a:solidFill>
              <a:srgbClr val="33333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592C59B4-36E2-4ED8-8108-332C4DBD9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9187" y="3045327"/>
              <a:ext cx="50673" cy="52425"/>
            </a:xfrm>
            <a:custGeom>
              <a:avLst/>
              <a:gdLst>
                <a:gd name="T0" fmla="*/ 106 w 106"/>
                <a:gd name="T1" fmla="*/ 53 h 106"/>
                <a:gd name="T2" fmla="*/ 90 w 106"/>
                <a:gd name="T3" fmla="*/ 90 h 106"/>
                <a:gd name="T4" fmla="*/ 53 w 106"/>
                <a:gd name="T5" fmla="*/ 106 h 106"/>
                <a:gd name="T6" fmla="*/ 16 w 106"/>
                <a:gd name="T7" fmla="*/ 90 h 106"/>
                <a:gd name="T8" fmla="*/ 0 w 106"/>
                <a:gd name="T9" fmla="*/ 53 h 106"/>
                <a:gd name="T10" fmla="*/ 16 w 106"/>
                <a:gd name="T11" fmla="*/ 16 h 106"/>
                <a:gd name="T12" fmla="*/ 53 w 106"/>
                <a:gd name="T13" fmla="*/ 0 h 106"/>
                <a:gd name="T14" fmla="*/ 90 w 106"/>
                <a:gd name="T15" fmla="*/ 16 h 106"/>
                <a:gd name="T16" fmla="*/ 106 w 106"/>
                <a:gd name="T17" fmla="*/ 5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106">
                  <a:moveTo>
                    <a:pt x="106" y="53"/>
                  </a:moveTo>
                  <a:cubicBezTo>
                    <a:pt x="106" y="67"/>
                    <a:pt x="101" y="79"/>
                    <a:pt x="90" y="90"/>
                  </a:cubicBezTo>
                  <a:cubicBezTo>
                    <a:pt x="79" y="101"/>
                    <a:pt x="67" y="106"/>
                    <a:pt x="53" y="106"/>
                  </a:cubicBezTo>
                  <a:cubicBezTo>
                    <a:pt x="39" y="106"/>
                    <a:pt x="27" y="101"/>
                    <a:pt x="16" y="90"/>
                  </a:cubicBezTo>
                  <a:cubicBezTo>
                    <a:pt x="5" y="79"/>
                    <a:pt x="0" y="67"/>
                    <a:pt x="0" y="53"/>
                  </a:cubicBezTo>
                  <a:cubicBezTo>
                    <a:pt x="0" y="39"/>
                    <a:pt x="5" y="27"/>
                    <a:pt x="16" y="16"/>
                  </a:cubicBezTo>
                  <a:cubicBezTo>
                    <a:pt x="27" y="5"/>
                    <a:pt x="39" y="0"/>
                    <a:pt x="53" y="0"/>
                  </a:cubicBezTo>
                  <a:cubicBezTo>
                    <a:pt x="67" y="0"/>
                    <a:pt x="79" y="5"/>
                    <a:pt x="90" y="16"/>
                  </a:cubicBezTo>
                  <a:cubicBezTo>
                    <a:pt x="101" y="27"/>
                    <a:pt x="106" y="39"/>
                    <a:pt x="106" y="53"/>
                  </a:cubicBezTo>
                  <a:close/>
                </a:path>
              </a:pathLst>
            </a:custGeom>
            <a:solidFill>
              <a:srgbClr val="33333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8F65E089-79F0-4D7B-AC78-6FE8F66646AB}"/>
                </a:ext>
              </a:extLst>
            </p:cNvPr>
            <p:cNvSpPr>
              <a:spLocks/>
            </p:cNvSpPr>
            <p:nvPr/>
          </p:nvSpPr>
          <p:spPr bwMode="auto">
            <a:xfrm>
              <a:off x="9322254" y="3045327"/>
              <a:ext cx="50673" cy="52425"/>
            </a:xfrm>
            <a:custGeom>
              <a:avLst/>
              <a:gdLst>
                <a:gd name="T0" fmla="*/ 106 w 106"/>
                <a:gd name="T1" fmla="*/ 53 h 106"/>
                <a:gd name="T2" fmla="*/ 90 w 106"/>
                <a:gd name="T3" fmla="*/ 90 h 106"/>
                <a:gd name="T4" fmla="*/ 53 w 106"/>
                <a:gd name="T5" fmla="*/ 106 h 106"/>
                <a:gd name="T6" fmla="*/ 16 w 106"/>
                <a:gd name="T7" fmla="*/ 90 h 106"/>
                <a:gd name="T8" fmla="*/ 0 w 106"/>
                <a:gd name="T9" fmla="*/ 53 h 106"/>
                <a:gd name="T10" fmla="*/ 16 w 106"/>
                <a:gd name="T11" fmla="*/ 16 h 106"/>
                <a:gd name="T12" fmla="*/ 53 w 106"/>
                <a:gd name="T13" fmla="*/ 0 h 106"/>
                <a:gd name="T14" fmla="*/ 90 w 106"/>
                <a:gd name="T15" fmla="*/ 16 h 106"/>
                <a:gd name="T16" fmla="*/ 106 w 106"/>
                <a:gd name="T17" fmla="*/ 5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106">
                  <a:moveTo>
                    <a:pt x="106" y="53"/>
                  </a:moveTo>
                  <a:cubicBezTo>
                    <a:pt x="106" y="67"/>
                    <a:pt x="101" y="79"/>
                    <a:pt x="90" y="90"/>
                  </a:cubicBezTo>
                  <a:cubicBezTo>
                    <a:pt x="79" y="101"/>
                    <a:pt x="67" y="106"/>
                    <a:pt x="53" y="106"/>
                  </a:cubicBezTo>
                  <a:cubicBezTo>
                    <a:pt x="39" y="106"/>
                    <a:pt x="27" y="101"/>
                    <a:pt x="16" y="90"/>
                  </a:cubicBezTo>
                  <a:cubicBezTo>
                    <a:pt x="5" y="79"/>
                    <a:pt x="0" y="67"/>
                    <a:pt x="0" y="53"/>
                  </a:cubicBezTo>
                  <a:cubicBezTo>
                    <a:pt x="0" y="39"/>
                    <a:pt x="5" y="27"/>
                    <a:pt x="16" y="16"/>
                  </a:cubicBezTo>
                  <a:cubicBezTo>
                    <a:pt x="27" y="5"/>
                    <a:pt x="39" y="0"/>
                    <a:pt x="53" y="0"/>
                  </a:cubicBezTo>
                  <a:cubicBezTo>
                    <a:pt x="67" y="0"/>
                    <a:pt x="79" y="5"/>
                    <a:pt x="90" y="16"/>
                  </a:cubicBezTo>
                  <a:cubicBezTo>
                    <a:pt x="101" y="27"/>
                    <a:pt x="106" y="39"/>
                    <a:pt x="106" y="53"/>
                  </a:cubicBezTo>
                  <a:close/>
                </a:path>
              </a:pathLst>
            </a:custGeom>
            <a:solidFill>
              <a:srgbClr val="33333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1289B6C3-DB5A-4B3D-AB86-FBD7F9DACB6D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8798" y="3045327"/>
              <a:ext cx="52785" cy="52425"/>
            </a:xfrm>
            <a:custGeom>
              <a:avLst/>
              <a:gdLst>
                <a:gd name="T0" fmla="*/ 106 w 106"/>
                <a:gd name="T1" fmla="*/ 53 h 106"/>
                <a:gd name="T2" fmla="*/ 90 w 106"/>
                <a:gd name="T3" fmla="*/ 90 h 106"/>
                <a:gd name="T4" fmla="*/ 53 w 106"/>
                <a:gd name="T5" fmla="*/ 106 h 106"/>
                <a:gd name="T6" fmla="*/ 16 w 106"/>
                <a:gd name="T7" fmla="*/ 90 h 106"/>
                <a:gd name="T8" fmla="*/ 0 w 106"/>
                <a:gd name="T9" fmla="*/ 53 h 106"/>
                <a:gd name="T10" fmla="*/ 16 w 106"/>
                <a:gd name="T11" fmla="*/ 16 h 106"/>
                <a:gd name="T12" fmla="*/ 53 w 106"/>
                <a:gd name="T13" fmla="*/ 0 h 106"/>
                <a:gd name="T14" fmla="*/ 90 w 106"/>
                <a:gd name="T15" fmla="*/ 16 h 106"/>
                <a:gd name="T16" fmla="*/ 106 w 106"/>
                <a:gd name="T17" fmla="*/ 5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106">
                  <a:moveTo>
                    <a:pt x="106" y="53"/>
                  </a:moveTo>
                  <a:cubicBezTo>
                    <a:pt x="106" y="67"/>
                    <a:pt x="101" y="79"/>
                    <a:pt x="90" y="90"/>
                  </a:cubicBezTo>
                  <a:cubicBezTo>
                    <a:pt x="79" y="101"/>
                    <a:pt x="67" y="106"/>
                    <a:pt x="53" y="106"/>
                  </a:cubicBezTo>
                  <a:cubicBezTo>
                    <a:pt x="39" y="106"/>
                    <a:pt x="27" y="101"/>
                    <a:pt x="16" y="90"/>
                  </a:cubicBezTo>
                  <a:cubicBezTo>
                    <a:pt x="5" y="79"/>
                    <a:pt x="0" y="67"/>
                    <a:pt x="0" y="53"/>
                  </a:cubicBezTo>
                  <a:cubicBezTo>
                    <a:pt x="0" y="39"/>
                    <a:pt x="5" y="27"/>
                    <a:pt x="16" y="16"/>
                  </a:cubicBezTo>
                  <a:cubicBezTo>
                    <a:pt x="27" y="5"/>
                    <a:pt x="39" y="0"/>
                    <a:pt x="53" y="0"/>
                  </a:cubicBezTo>
                  <a:cubicBezTo>
                    <a:pt x="67" y="0"/>
                    <a:pt x="79" y="5"/>
                    <a:pt x="90" y="16"/>
                  </a:cubicBezTo>
                  <a:cubicBezTo>
                    <a:pt x="101" y="27"/>
                    <a:pt x="106" y="39"/>
                    <a:pt x="106" y="53"/>
                  </a:cubicBezTo>
                  <a:close/>
                </a:path>
              </a:pathLst>
            </a:custGeom>
            <a:solidFill>
              <a:srgbClr val="33333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3E71E352-0F90-4B08-80DE-5D68A61705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7452" y="3045327"/>
              <a:ext cx="50673" cy="52425"/>
            </a:xfrm>
            <a:custGeom>
              <a:avLst/>
              <a:gdLst>
                <a:gd name="T0" fmla="*/ 106 w 106"/>
                <a:gd name="T1" fmla="*/ 53 h 106"/>
                <a:gd name="T2" fmla="*/ 90 w 106"/>
                <a:gd name="T3" fmla="*/ 90 h 106"/>
                <a:gd name="T4" fmla="*/ 53 w 106"/>
                <a:gd name="T5" fmla="*/ 106 h 106"/>
                <a:gd name="T6" fmla="*/ 16 w 106"/>
                <a:gd name="T7" fmla="*/ 90 h 106"/>
                <a:gd name="T8" fmla="*/ 0 w 106"/>
                <a:gd name="T9" fmla="*/ 53 h 106"/>
                <a:gd name="T10" fmla="*/ 16 w 106"/>
                <a:gd name="T11" fmla="*/ 16 h 106"/>
                <a:gd name="T12" fmla="*/ 53 w 106"/>
                <a:gd name="T13" fmla="*/ 0 h 106"/>
                <a:gd name="T14" fmla="*/ 90 w 106"/>
                <a:gd name="T15" fmla="*/ 16 h 106"/>
                <a:gd name="T16" fmla="*/ 106 w 106"/>
                <a:gd name="T17" fmla="*/ 5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106">
                  <a:moveTo>
                    <a:pt x="106" y="53"/>
                  </a:moveTo>
                  <a:cubicBezTo>
                    <a:pt x="106" y="67"/>
                    <a:pt x="101" y="79"/>
                    <a:pt x="90" y="90"/>
                  </a:cubicBezTo>
                  <a:cubicBezTo>
                    <a:pt x="79" y="101"/>
                    <a:pt x="67" y="106"/>
                    <a:pt x="53" y="106"/>
                  </a:cubicBezTo>
                  <a:cubicBezTo>
                    <a:pt x="39" y="106"/>
                    <a:pt x="27" y="101"/>
                    <a:pt x="16" y="90"/>
                  </a:cubicBezTo>
                  <a:cubicBezTo>
                    <a:pt x="5" y="79"/>
                    <a:pt x="0" y="67"/>
                    <a:pt x="0" y="53"/>
                  </a:cubicBezTo>
                  <a:cubicBezTo>
                    <a:pt x="0" y="39"/>
                    <a:pt x="5" y="27"/>
                    <a:pt x="16" y="16"/>
                  </a:cubicBezTo>
                  <a:cubicBezTo>
                    <a:pt x="27" y="5"/>
                    <a:pt x="39" y="0"/>
                    <a:pt x="53" y="0"/>
                  </a:cubicBezTo>
                  <a:cubicBezTo>
                    <a:pt x="67" y="0"/>
                    <a:pt x="79" y="5"/>
                    <a:pt x="90" y="16"/>
                  </a:cubicBezTo>
                  <a:cubicBezTo>
                    <a:pt x="101" y="27"/>
                    <a:pt x="106" y="39"/>
                    <a:pt x="106" y="53"/>
                  </a:cubicBezTo>
                  <a:close/>
                </a:path>
              </a:pathLst>
            </a:custGeom>
            <a:solidFill>
              <a:srgbClr val="33333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38" name="Line 34">
              <a:extLst>
                <a:ext uri="{FF2B5EF4-FFF2-40B4-BE49-F238E27FC236}">
                  <a16:creationId xmlns:a16="http://schemas.microsoft.com/office/drawing/2014/main" id="{BAC252B4-A014-4B73-8B9B-6893D874DF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03015" y="3225666"/>
              <a:ext cx="0" cy="30825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39" name="Line 35">
              <a:extLst>
                <a:ext uri="{FF2B5EF4-FFF2-40B4-BE49-F238E27FC236}">
                  <a16:creationId xmlns:a16="http://schemas.microsoft.com/office/drawing/2014/main" id="{95C583EE-E9BD-47C7-999F-C715E955E9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50996" y="3225666"/>
              <a:ext cx="152019" cy="26841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40" name="Line 36">
              <a:extLst>
                <a:ext uri="{FF2B5EF4-FFF2-40B4-BE49-F238E27FC236}">
                  <a16:creationId xmlns:a16="http://schemas.microsoft.com/office/drawing/2014/main" id="{2A1E6BDB-DC3A-4D7E-B32B-F4AA4FFA24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403015" y="3225666"/>
              <a:ext cx="154131" cy="26841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41" name="Line 37">
              <a:extLst>
                <a:ext uri="{FF2B5EF4-FFF2-40B4-BE49-F238E27FC236}">
                  <a16:creationId xmlns:a16="http://schemas.microsoft.com/office/drawing/2014/main" id="{6A2CE3BE-8A0A-4F30-A047-9D948A5220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856433" y="3225666"/>
              <a:ext cx="0" cy="30825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42" name="Line 38">
              <a:extLst>
                <a:ext uri="{FF2B5EF4-FFF2-40B4-BE49-F238E27FC236}">
                  <a16:creationId xmlns:a16="http://schemas.microsoft.com/office/drawing/2014/main" id="{6DE31A2D-89B7-45BA-89D0-B968A56583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04414" y="3225666"/>
              <a:ext cx="152019" cy="26631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43" name="Line 39">
              <a:extLst>
                <a:ext uri="{FF2B5EF4-FFF2-40B4-BE49-F238E27FC236}">
                  <a16:creationId xmlns:a16="http://schemas.microsoft.com/office/drawing/2014/main" id="{5A799E9E-B1DD-4F7A-A778-B23E4362A9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856433" y="3225666"/>
              <a:ext cx="154131" cy="26631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</p:grpSp>
      <p:sp>
        <p:nvSpPr>
          <p:cNvPr id="53" name="Rectangle 49">
            <a:extLst>
              <a:ext uri="{FF2B5EF4-FFF2-40B4-BE49-F238E27FC236}">
                <a16:creationId xmlns:a16="http://schemas.microsoft.com/office/drawing/2014/main" id="{8B46EBB5-6B0B-4B91-A778-70DCEC03F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1538" y="2913063"/>
            <a:ext cx="28257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　</a:t>
            </a: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7" name="Rectangle 63">
            <a:extLst>
              <a:ext uri="{FF2B5EF4-FFF2-40B4-BE49-F238E27FC236}">
                <a16:creationId xmlns:a16="http://schemas.microsoft.com/office/drawing/2014/main" id="{84FC605C-6FBA-4B6F-B0F1-1EAA44F32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1538" y="2547938"/>
            <a:ext cx="28257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25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　</a:t>
            </a: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22" name="グループ化 121"/>
          <p:cNvGrpSpPr/>
          <p:nvPr/>
        </p:nvGrpSpPr>
        <p:grpSpPr>
          <a:xfrm>
            <a:off x="7742335" y="4139884"/>
            <a:ext cx="1710214" cy="743205"/>
            <a:chOff x="7742335" y="4139884"/>
            <a:chExt cx="1710214" cy="743205"/>
          </a:xfrm>
        </p:grpSpPr>
        <p:sp>
          <p:nvSpPr>
            <p:cNvPr id="73" name="Freeform 67">
              <a:extLst>
                <a:ext uri="{FF2B5EF4-FFF2-40B4-BE49-F238E27FC236}">
                  <a16:creationId xmlns:a16="http://schemas.microsoft.com/office/drawing/2014/main" id="{596F40FC-DAE0-4CC7-A88F-E1EEBC05394A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0455" y="4623390"/>
              <a:ext cx="168910" cy="156242"/>
            </a:xfrm>
            <a:custGeom>
              <a:avLst/>
              <a:gdLst>
                <a:gd name="T0" fmla="*/ 349 w 349"/>
                <a:gd name="T1" fmla="*/ 0 h 318"/>
                <a:gd name="T2" fmla="*/ 0 w 349"/>
                <a:gd name="T3" fmla="*/ 64 h 318"/>
                <a:gd name="T4" fmla="*/ 159 w 349"/>
                <a:gd name="T5" fmla="*/ 143 h 318"/>
                <a:gd name="T6" fmla="*/ 191 w 349"/>
                <a:gd name="T7" fmla="*/ 318 h 318"/>
                <a:gd name="T8" fmla="*/ 349 w 349"/>
                <a:gd name="T9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9" h="318">
                  <a:moveTo>
                    <a:pt x="349" y="0"/>
                  </a:moveTo>
                  <a:lnTo>
                    <a:pt x="0" y="64"/>
                  </a:lnTo>
                  <a:lnTo>
                    <a:pt x="159" y="143"/>
                  </a:lnTo>
                  <a:lnTo>
                    <a:pt x="191" y="31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74" name="Freeform 68">
              <a:extLst>
                <a:ext uri="{FF2B5EF4-FFF2-40B4-BE49-F238E27FC236}">
                  <a16:creationId xmlns:a16="http://schemas.microsoft.com/office/drawing/2014/main" id="{61C055B3-0440-4D51-948B-3BEA070642EB}"/>
                </a:ext>
              </a:extLst>
            </p:cNvPr>
            <p:cNvSpPr>
              <a:spLocks/>
            </p:cNvSpPr>
            <p:nvPr/>
          </p:nvSpPr>
          <p:spPr bwMode="auto">
            <a:xfrm>
              <a:off x="9209740" y="4598053"/>
              <a:ext cx="166799" cy="154130"/>
            </a:xfrm>
            <a:custGeom>
              <a:avLst/>
              <a:gdLst>
                <a:gd name="T0" fmla="*/ 347 w 347"/>
                <a:gd name="T1" fmla="*/ 63 h 317"/>
                <a:gd name="T2" fmla="*/ 0 w 347"/>
                <a:gd name="T3" fmla="*/ 0 h 317"/>
                <a:gd name="T4" fmla="*/ 158 w 347"/>
                <a:gd name="T5" fmla="*/ 317 h 317"/>
                <a:gd name="T6" fmla="*/ 190 w 347"/>
                <a:gd name="T7" fmla="*/ 142 h 317"/>
                <a:gd name="T8" fmla="*/ 347 w 347"/>
                <a:gd name="T9" fmla="*/ 63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17">
                  <a:moveTo>
                    <a:pt x="347" y="63"/>
                  </a:moveTo>
                  <a:lnTo>
                    <a:pt x="0" y="0"/>
                  </a:lnTo>
                  <a:lnTo>
                    <a:pt x="158" y="317"/>
                  </a:lnTo>
                  <a:lnTo>
                    <a:pt x="190" y="142"/>
                  </a:lnTo>
                  <a:lnTo>
                    <a:pt x="347" y="63"/>
                  </a:lnTo>
                  <a:close/>
                </a:path>
              </a:pathLst>
            </a:custGeom>
            <a:solidFill>
              <a:srgbClr val="FF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79" name="Line 73">
              <a:extLst>
                <a:ext uri="{FF2B5EF4-FFF2-40B4-BE49-F238E27FC236}">
                  <a16:creationId xmlns:a16="http://schemas.microsoft.com/office/drawing/2014/main" id="{464DEADC-5C59-486F-BB51-00C4A54CF1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300530" y="4667728"/>
              <a:ext cx="152019" cy="11612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80" name="Line 74">
              <a:extLst>
                <a:ext uri="{FF2B5EF4-FFF2-40B4-BE49-F238E27FC236}">
                  <a16:creationId xmlns:a16="http://schemas.microsoft.com/office/drawing/2014/main" id="{CBF5A9CA-5021-4824-B145-FEBD516D47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42335" y="4693064"/>
              <a:ext cx="154131" cy="11612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75" name="Freeform 69">
              <a:extLst>
                <a:ext uri="{FF2B5EF4-FFF2-40B4-BE49-F238E27FC236}">
                  <a16:creationId xmlns:a16="http://schemas.microsoft.com/office/drawing/2014/main" id="{685A0521-B7EC-41C9-AA3C-ED4FC262B2FB}"/>
                </a:ext>
              </a:extLst>
            </p:cNvPr>
            <p:cNvSpPr>
              <a:spLocks/>
            </p:cNvSpPr>
            <p:nvPr/>
          </p:nvSpPr>
          <p:spPr bwMode="auto">
            <a:xfrm>
              <a:off x="8445422" y="4572717"/>
              <a:ext cx="152019" cy="156242"/>
            </a:xfrm>
            <a:custGeom>
              <a:avLst/>
              <a:gdLst>
                <a:gd name="T0" fmla="*/ 159 w 318"/>
                <a:gd name="T1" fmla="*/ 238 h 318"/>
                <a:gd name="T2" fmla="*/ 318 w 318"/>
                <a:gd name="T3" fmla="*/ 318 h 318"/>
                <a:gd name="T4" fmla="*/ 159 w 318"/>
                <a:gd name="T5" fmla="*/ 0 h 318"/>
                <a:gd name="T6" fmla="*/ 0 w 318"/>
                <a:gd name="T7" fmla="*/ 318 h 318"/>
                <a:gd name="T8" fmla="*/ 159 w 318"/>
                <a:gd name="T9" fmla="*/ 23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8" h="318">
                  <a:moveTo>
                    <a:pt x="159" y="238"/>
                  </a:moveTo>
                  <a:lnTo>
                    <a:pt x="318" y="318"/>
                  </a:lnTo>
                  <a:lnTo>
                    <a:pt x="159" y="0"/>
                  </a:lnTo>
                  <a:lnTo>
                    <a:pt x="0" y="318"/>
                  </a:lnTo>
                  <a:lnTo>
                    <a:pt x="159" y="238"/>
                  </a:lnTo>
                  <a:close/>
                </a:path>
              </a:pathLst>
            </a:custGeom>
            <a:solidFill>
              <a:srgbClr val="FF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81" name="Line 75">
              <a:extLst>
                <a:ext uri="{FF2B5EF4-FFF2-40B4-BE49-F238E27FC236}">
                  <a16:creationId xmlns:a16="http://schemas.microsoft.com/office/drawing/2014/main" id="{2F2125E3-54E4-47EF-AF8B-7E48A962F6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521432" y="4688842"/>
              <a:ext cx="0" cy="19424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04" name="Line 98">
              <a:extLst>
                <a:ext uri="{FF2B5EF4-FFF2-40B4-BE49-F238E27FC236}">
                  <a16:creationId xmlns:a16="http://schemas.microsoft.com/office/drawing/2014/main" id="{E351912E-AAF7-4CB1-9F28-81C2EC22B8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474981" y="4139884"/>
              <a:ext cx="154131" cy="15413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05" name="Line 99">
              <a:extLst>
                <a:ext uri="{FF2B5EF4-FFF2-40B4-BE49-F238E27FC236}">
                  <a16:creationId xmlns:a16="http://schemas.microsoft.com/office/drawing/2014/main" id="{7A83F31D-7F6A-4C45-B7B3-794C5B2177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29112" y="4294015"/>
              <a:ext cx="152019" cy="15413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06" name="Line 100">
              <a:extLst>
                <a:ext uri="{FF2B5EF4-FFF2-40B4-BE49-F238E27FC236}">
                  <a16:creationId xmlns:a16="http://schemas.microsoft.com/office/drawing/2014/main" id="{AE40B7B6-7128-463F-81DE-5AC1CD390D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29112" y="4139884"/>
              <a:ext cx="152019" cy="15413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07" name="Line 101">
              <a:extLst>
                <a:ext uri="{FF2B5EF4-FFF2-40B4-BE49-F238E27FC236}">
                  <a16:creationId xmlns:a16="http://schemas.microsoft.com/office/drawing/2014/main" id="{2DCC4D84-6BB9-4F34-9BCD-7F3304025B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74981" y="4294015"/>
              <a:ext cx="154131" cy="15413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</p:grpSp>
      <p:grpSp>
        <p:nvGrpSpPr>
          <p:cNvPr id="126" name="グループ化 125"/>
          <p:cNvGrpSpPr/>
          <p:nvPr/>
        </p:nvGrpSpPr>
        <p:grpSpPr>
          <a:xfrm>
            <a:off x="7246161" y="5068889"/>
            <a:ext cx="2763791" cy="310373"/>
            <a:chOff x="7246161" y="5068889"/>
            <a:chExt cx="2763791" cy="310373"/>
          </a:xfrm>
        </p:grpSpPr>
        <p:sp>
          <p:nvSpPr>
            <p:cNvPr id="92" name="Line 86">
              <a:extLst>
                <a:ext uri="{FF2B5EF4-FFF2-40B4-BE49-F238E27FC236}">
                  <a16:creationId xmlns:a16="http://schemas.microsoft.com/office/drawing/2014/main" id="{CA0E5DEE-3026-41E8-BDBB-2AF4C7310D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246161" y="5068889"/>
              <a:ext cx="154131" cy="15413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93" name="Line 87">
              <a:extLst>
                <a:ext uri="{FF2B5EF4-FFF2-40B4-BE49-F238E27FC236}">
                  <a16:creationId xmlns:a16="http://schemas.microsoft.com/office/drawing/2014/main" id="{F8AB9EDA-3D6E-4E3D-9EE9-3E94836BE7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00292" y="5223020"/>
              <a:ext cx="154131" cy="15624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94" name="Line 88">
              <a:extLst>
                <a:ext uri="{FF2B5EF4-FFF2-40B4-BE49-F238E27FC236}">
                  <a16:creationId xmlns:a16="http://schemas.microsoft.com/office/drawing/2014/main" id="{6B067D6B-9AF0-441E-AD86-59C9B20A05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00292" y="5068889"/>
              <a:ext cx="154131" cy="15413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95" name="Line 89">
              <a:extLst>
                <a:ext uri="{FF2B5EF4-FFF2-40B4-BE49-F238E27FC236}">
                  <a16:creationId xmlns:a16="http://schemas.microsoft.com/office/drawing/2014/main" id="{5BCD1B9B-CCDE-469A-80BF-4E283B3DD8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46161" y="5223020"/>
              <a:ext cx="154131" cy="15624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96" name="Line 90">
              <a:extLst>
                <a:ext uri="{FF2B5EF4-FFF2-40B4-BE49-F238E27FC236}">
                  <a16:creationId xmlns:a16="http://schemas.microsoft.com/office/drawing/2014/main" id="{8BD7A4E4-1F0A-44FC-971A-E61EA7B036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474981" y="5068889"/>
              <a:ext cx="154131" cy="15413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97" name="Line 91">
              <a:extLst>
                <a:ext uri="{FF2B5EF4-FFF2-40B4-BE49-F238E27FC236}">
                  <a16:creationId xmlns:a16="http://schemas.microsoft.com/office/drawing/2014/main" id="{40026DCA-2E57-4432-81CF-FABD925529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29112" y="5223020"/>
              <a:ext cx="152019" cy="15624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98" name="Line 92">
              <a:extLst>
                <a:ext uri="{FF2B5EF4-FFF2-40B4-BE49-F238E27FC236}">
                  <a16:creationId xmlns:a16="http://schemas.microsoft.com/office/drawing/2014/main" id="{8DD77B40-8633-4BBA-ADE0-81409A6396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29112" y="5068889"/>
              <a:ext cx="152019" cy="15413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99" name="Line 93">
              <a:extLst>
                <a:ext uri="{FF2B5EF4-FFF2-40B4-BE49-F238E27FC236}">
                  <a16:creationId xmlns:a16="http://schemas.microsoft.com/office/drawing/2014/main" id="{1EAE6C19-FB39-4EF9-BD51-DBC0E0CAA2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74981" y="5223020"/>
              <a:ext cx="154131" cy="15624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00" name="Line 94">
              <a:extLst>
                <a:ext uri="{FF2B5EF4-FFF2-40B4-BE49-F238E27FC236}">
                  <a16:creationId xmlns:a16="http://schemas.microsoft.com/office/drawing/2014/main" id="{5A75738E-3477-435A-806E-FE1FF86755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703802" y="5068889"/>
              <a:ext cx="152019" cy="15413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01" name="Line 95">
              <a:extLst>
                <a:ext uri="{FF2B5EF4-FFF2-40B4-BE49-F238E27FC236}">
                  <a16:creationId xmlns:a16="http://schemas.microsoft.com/office/drawing/2014/main" id="{EC2C96EE-A741-409A-BF11-C3366685D0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55821" y="5223020"/>
              <a:ext cx="154131" cy="15624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02" name="Line 96">
              <a:extLst>
                <a:ext uri="{FF2B5EF4-FFF2-40B4-BE49-F238E27FC236}">
                  <a16:creationId xmlns:a16="http://schemas.microsoft.com/office/drawing/2014/main" id="{E9DC4214-7AE2-48F7-82FF-38C5CE03F1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855821" y="5068889"/>
              <a:ext cx="154131" cy="15413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03" name="Line 97">
              <a:extLst>
                <a:ext uri="{FF2B5EF4-FFF2-40B4-BE49-F238E27FC236}">
                  <a16:creationId xmlns:a16="http://schemas.microsoft.com/office/drawing/2014/main" id="{39A8602A-7F4C-4AFE-9E08-D6D3B98173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03802" y="5223020"/>
              <a:ext cx="152019" cy="15624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</p:grpSp>
      <p:grpSp>
        <p:nvGrpSpPr>
          <p:cNvPr id="127" name="グループ化 126"/>
          <p:cNvGrpSpPr/>
          <p:nvPr/>
        </p:nvGrpSpPr>
        <p:grpSpPr>
          <a:xfrm>
            <a:off x="7151147" y="3821067"/>
            <a:ext cx="2984265" cy="1843230"/>
            <a:chOff x="7151147" y="3821067"/>
            <a:chExt cx="2984265" cy="1843230"/>
          </a:xfrm>
        </p:grpSpPr>
        <p:sp>
          <p:nvSpPr>
            <p:cNvPr id="76" name="Line 70">
              <a:extLst>
                <a:ext uri="{FF2B5EF4-FFF2-40B4-BE49-F238E27FC236}">
                  <a16:creationId xmlns:a16="http://schemas.microsoft.com/office/drawing/2014/main" id="{7CD565D4-28E6-4B87-97A6-17FB60DD7F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49434" y="4424920"/>
              <a:ext cx="819214" cy="620744"/>
            </a:xfrm>
            <a:prstGeom prst="line">
              <a:avLst/>
            </a:prstGeom>
            <a:noFill/>
            <a:ln w="12700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77" name="Line 71">
              <a:extLst>
                <a:ext uri="{FF2B5EF4-FFF2-40B4-BE49-F238E27FC236}">
                  <a16:creationId xmlns:a16="http://schemas.microsoft.com/office/drawing/2014/main" id="{E807A1DE-CB39-4D7E-BBAB-2FFCED703A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27000" y="4424920"/>
              <a:ext cx="0" cy="620744"/>
            </a:xfrm>
            <a:prstGeom prst="line">
              <a:avLst/>
            </a:prstGeom>
            <a:noFill/>
            <a:ln w="12700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78" name="Line 72">
              <a:extLst>
                <a:ext uri="{FF2B5EF4-FFF2-40B4-BE49-F238E27FC236}">
                  <a16:creationId xmlns:a16="http://schemas.microsoft.com/office/drawing/2014/main" id="{5EB906D8-26FA-4323-BCD3-494DE1C312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785354" y="4424920"/>
              <a:ext cx="819214" cy="620744"/>
            </a:xfrm>
            <a:prstGeom prst="line">
              <a:avLst/>
            </a:prstGeom>
            <a:noFill/>
            <a:ln w="12700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82" name="Rectangle 76">
              <a:extLst>
                <a:ext uri="{FF2B5EF4-FFF2-40B4-BE49-F238E27FC236}">
                  <a16:creationId xmlns:a16="http://schemas.microsoft.com/office/drawing/2014/main" id="{63F64214-6730-4713-BF30-5C7DF0C6BF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7857" y="4137773"/>
              <a:ext cx="518075" cy="368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2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A??</a:t>
              </a:r>
              <a:endPara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83" name="Rectangle 77">
              <a:extLst>
                <a:ext uri="{FF2B5EF4-FFF2-40B4-BE49-F238E27FC236}">
                  <a16:creationId xmlns:a16="http://schemas.microsoft.com/office/drawing/2014/main" id="{6A2FD7FE-9610-4344-9679-05D9989A2A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1147" y="5068889"/>
              <a:ext cx="528735" cy="368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2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B??</a:t>
              </a:r>
              <a:endParaRPr kumimoji="0" lang="ja-JP" altLang="ja-JP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84" name="Rectangle 78">
              <a:extLst>
                <a:ext uri="{FF2B5EF4-FFF2-40B4-BE49-F238E27FC236}">
                  <a16:creationId xmlns:a16="http://schemas.microsoft.com/office/drawing/2014/main" id="{DDDA2D3C-28D8-4DAD-8BDF-E1C9B4C23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7857" y="5068889"/>
              <a:ext cx="528735" cy="368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2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B??</a:t>
              </a:r>
              <a:endPara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85" name="Rectangle 79">
              <a:extLst>
                <a:ext uri="{FF2B5EF4-FFF2-40B4-BE49-F238E27FC236}">
                  <a16:creationId xmlns:a16="http://schemas.microsoft.com/office/drawing/2014/main" id="{2B04E7A2-C278-4F23-BE2F-901610764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6677" y="5068889"/>
              <a:ext cx="528735" cy="368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2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B??</a:t>
              </a:r>
              <a:endPara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86" name="Freeform 80">
              <a:extLst>
                <a:ext uri="{FF2B5EF4-FFF2-40B4-BE49-F238E27FC236}">
                  <a16:creationId xmlns:a16="http://schemas.microsoft.com/office/drawing/2014/main" id="{026B722A-18C0-4579-9B1A-BBCBD980CB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099156" y="5197684"/>
              <a:ext cx="50673" cy="50673"/>
            </a:xfrm>
            <a:custGeom>
              <a:avLst/>
              <a:gdLst>
                <a:gd name="T0" fmla="*/ 106 w 106"/>
                <a:gd name="T1" fmla="*/ 53 h 106"/>
                <a:gd name="T2" fmla="*/ 90 w 106"/>
                <a:gd name="T3" fmla="*/ 90 h 106"/>
                <a:gd name="T4" fmla="*/ 53 w 106"/>
                <a:gd name="T5" fmla="*/ 106 h 106"/>
                <a:gd name="T6" fmla="*/ 16 w 106"/>
                <a:gd name="T7" fmla="*/ 90 h 106"/>
                <a:gd name="T8" fmla="*/ 0 w 106"/>
                <a:gd name="T9" fmla="*/ 53 h 106"/>
                <a:gd name="T10" fmla="*/ 16 w 106"/>
                <a:gd name="T11" fmla="*/ 16 h 106"/>
                <a:gd name="T12" fmla="*/ 53 w 106"/>
                <a:gd name="T13" fmla="*/ 0 h 106"/>
                <a:gd name="T14" fmla="*/ 90 w 106"/>
                <a:gd name="T15" fmla="*/ 16 h 106"/>
                <a:gd name="T16" fmla="*/ 106 w 106"/>
                <a:gd name="T17" fmla="*/ 5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106">
                  <a:moveTo>
                    <a:pt x="106" y="53"/>
                  </a:moveTo>
                  <a:cubicBezTo>
                    <a:pt x="106" y="67"/>
                    <a:pt x="101" y="79"/>
                    <a:pt x="90" y="90"/>
                  </a:cubicBezTo>
                  <a:cubicBezTo>
                    <a:pt x="79" y="101"/>
                    <a:pt x="67" y="106"/>
                    <a:pt x="53" y="106"/>
                  </a:cubicBezTo>
                  <a:cubicBezTo>
                    <a:pt x="39" y="106"/>
                    <a:pt x="27" y="101"/>
                    <a:pt x="16" y="90"/>
                  </a:cubicBezTo>
                  <a:cubicBezTo>
                    <a:pt x="5" y="79"/>
                    <a:pt x="0" y="67"/>
                    <a:pt x="0" y="53"/>
                  </a:cubicBezTo>
                  <a:cubicBezTo>
                    <a:pt x="0" y="39"/>
                    <a:pt x="5" y="27"/>
                    <a:pt x="16" y="16"/>
                  </a:cubicBezTo>
                  <a:cubicBezTo>
                    <a:pt x="27" y="5"/>
                    <a:pt x="39" y="0"/>
                    <a:pt x="53" y="0"/>
                  </a:cubicBezTo>
                  <a:cubicBezTo>
                    <a:pt x="67" y="0"/>
                    <a:pt x="79" y="5"/>
                    <a:pt x="90" y="16"/>
                  </a:cubicBezTo>
                  <a:cubicBezTo>
                    <a:pt x="101" y="27"/>
                    <a:pt x="106" y="39"/>
                    <a:pt x="106" y="53"/>
                  </a:cubicBezTo>
                  <a:close/>
                </a:path>
              </a:pathLst>
            </a:custGeom>
            <a:solidFill>
              <a:srgbClr val="33333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87" name="Freeform 81">
              <a:extLst>
                <a:ext uri="{FF2B5EF4-FFF2-40B4-BE49-F238E27FC236}">
                  <a16:creationId xmlns:a16="http://schemas.microsoft.com/office/drawing/2014/main" id="{3339079F-3FDE-42CC-8D20-1E865303767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7810" y="5197684"/>
              <a:ext cx="50673" cy="50673"/>
            </a:xfrm>
            <a:custGeom>
              <a:avLst/>
              <a:gdLst>
                <a:gd name="T0" fmla="*/ 106 w 106"/>
                <a:gd name="T1" fmla="*/ 53 h 106"/>
                <a:gd name="T2" fmla="*/ 90 w 106"/>
                <a:gd name="T3" fmla="*/ 90 h 106"/>
                <a:gd name="T4" fmla="*/ 53 w 106"/>
                <a:gd name="T5" fmla="*/ 106 h 106"/>
                <a:gd name="T6" fmla="*/ 16 w 106"/>
                <a:gd name="T7" fmla="*/ 90 h 106"/>
                <a:gd name="T8" fmla="*/ 0 w 106"/>
                <a:gd name="T9" fmla="*/ 53 h 106"/>
                <a:gd name="T10" fmla="*/ 16 w 106"/>
                <a:gd name="T11" fmla="*/ 16 h 106"/>
                <a:gd name="T12" fmla="*/ 53 w 106"/>
                <a:gd name="T13" fmla="*/ 0 h 106"/>
                <a:gd name="T14" fmla="*/ 90 w 106"/>
                <a:gd name="T15" fmla="*/ 16 h 106"/>
                <a:gd name="T16" fmla="*/ 106 w 106"/>
                <a:gd name="T17" fmla="*/ 5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106">
                  <a:moveTo>
                    <a:pt x="106" y="53"/>
                  </a:moveTo>
                  <a:cubicBezTo>
                    <a:pt x="106" y="67"/>
                    <a:pt x="101" y="79"/>
                    <a:pt x="90" y="90"/>
                  </a:cubicBezTo>
                  <a:cubicBezTo>
                    <a:pt x="79" y="101"/>
                    <a:pt x="67" y="106"/>
                    <a:pt x="53" y="106"/>
                  </a:cubicBezTo>
                  <a:cubicBezTo>
                    <a:pt x="39" y="106"/>
                    <a:pt x="27" y="101"/>
                    <a:pt x="16" y="90"/>
                  </a:cubicBezTo>
                  <a:cubicBezTo>
                    <a:pt x="5" y="79"/>
                    <a:pt x="0" y="67"/>
                    <a:pt x="0" y="53"/>
                  </a:cubicBezTo>
                  <a:cubicBezTo>
                    <a:pt x="0" y="39"/>
                    <a:pt x="5" y="27"/>
                    <a:pt x="16" y="16"/>
                  </a:cubicBezTo>
                  <a:cubicBezTo>
                    <a:pt x="27" y="5"/>
                    <a:pt x="39" y="0"/>
                    <a:pt x="53" y="0"/>
                  </a:cubicBezTo>
                  <a:cubicBezTo>
                    <a:pt x="67" y="0"/>
                    <a:pt x="79" y="5"/>
                    <a:pt x="90" y="16"/>
                  </a:cubicBezTo>
                  <a:cubicBezTo>
                    <a:pt x="101" y="27"/>
                    <a:pt x="106" y="39"/>
                    <a:pt x="106" y="53"/>
                  </a:cubicBezTo>
                  <a:close/>
                </a:path>
              </a:pathLst>
            </a:custGeom>
            <a:solidFill>
              <a:srgbClr val="33333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88" name="Freeform 82">
              <a:extLst>
                <a:ext uri="{FF2B5EF4-FFF2-40B4-BE49-F238E27FC236}">
                  <a16:creationId xmlns:a16="http://schemas.microsoft.com/office/drawing/2014/main" id="{1A18AD4D-9CED-4AB6-8C75-E13765341C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4354" y="5197684"/>
              <a:ext cx="52785" cy="50673"/>
            </a:xfrm>
            <a:custGeom>
              <a:avLst/>
              <a:gdLst>
                <a:gd name="T0" fmla="*/ 106 w 106"/>
                <a:gd name="T1" fmla="*/ 53 h 106"/>
                <a:gd name="T2" fmla="*/ 90 w 106"/>
                <a:gd name="T3" fmla="*/ 90 h 106"/>
                <a:gd name="T4" fmla="*/ 53 w 106"/>
                <a:gd name="T5" fmla="*/ 106 h 106"/>
                <a:gd name="T6" fmla="*/ 16 w 106"/>
                <a:gd name="T7" fmla="*/ 90 h 106"/>
                <a:gd name="T8" fmla="*/ 0 w 106"/>
                <a:gd name="T9" fmla="*/ 53 h 106"/>
                <a:gd name="T10" fmla="*/ 16 w 106"/>
                <a:gd name="T11" fmla="*/ 16 h 106"/>
                <a:gd name="T12" fmla="*/ 53 w 106"/>
                <a:gd name="T13" fmla="*/ 0 h 106"/>
                <a:gd name="T14" fmla="*/ 90 w 106"/>
                <a:gd name="T15" fmla="*/ 16 h 106"/>
                <a:gd name="T16" fmla="*/ 106 w 106"/>
                <a:gd name="T17" fmla="*/ 5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106">
                  <a:moveTo>
                    <a:pt x="106" y="53"/>
                  </a:moveTo>
                  <a:cubicBezTo>
                    <a:pt x="106" y="67"/>
                    <a:pt x="101" y="79"/>
                    <a:pt x="90" y="90"/>
                  </a:cubicBezTo>
                  <a:cubicBezTo>
                    <a:pt x="79" y="101"/>
                    <a:pt x="67" y="106"/>
                    <a:pt x="53" y="106"/>
                  </a:cubicBezTo>
                  <a:cubicBezTo>
                    <a:pt x="39" y="106"/>
                    <a:pt x="27" y="101"/>
                    <a:pt x="16" y="90"/>
                  </a:cubicBezTo>
                  <a:cubicBezTo>
                    <a:pt x="5" y="79"/>
                    <a:pt x="0" y="67"/>
                    <a:pt x="0" y="53"/>
                  </a:cubicBezTo>
                  <a:cubicBezTo>
                    <a:pt x="0" y="39"/>
                    <a:pt x="5" y="27"/>
                    <a:pt x="16" y="16"/>
                  </a:cubicBezTo>
                  <a:cubicBezTo>
                    <a:pt x="27" y="5"/>
                    <a:pt x="39" y="0"/>
                    <a:pt x="53" y="0"/>
                  </a:cubicBezTo>
                  <a:cubicBezTo>
                    <a:pt x="67" y="0"/>
                    <a:pt x="79" y="5"/>
                    <a:pt x="90" y="16"/>
                  </a:cubicBezTo>
                  <a:cubicBezTo>
                    <a:pt x="101" y="27"/>
                    <a:pt x="106" y="39"/>
                    <a:pt x="106" y="53"/>
                  </a:cubicBezTo>
                  <a:close/>
                </a:path>
              </a:pathLst>
            </a:custGeom>
            <a:solidFill>
              <a:srgbClr val="33333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89" name="Freeform 83">
              <a:extLst>
                <a:ext uri="{FF2B5EF4-FFF2-40B4-BE49-F238E27FC236}">
                  <a16:creationId xmlns:a16="http://schemas.microsoft.com/office/drawing/2014/main" id="{6A1E2BE7-897A-4568-9106-DA4825FBB04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9531" y="5197684"/>
              <a:ext cx="50673" cy="50673"/>
            </a:xfrm>
            <a:custGeom>
              <a:avLst/>
              <a:gdLst>
                <a:gd name="T0" fmla="*/ 106 w 106"/>
                <a:gd name="T1" fmla="*/ 53 h 106"/>
                <a:gd name="T2" fmla="*/ 90 w 106"/>
                <a:gd name="T3" fmla="*/ 90 h 106"/>
                <a:gd name="T4" fmla="*/ 53 w 106"/>
                <a:gd name="T5" fmla="*/ 106 h 106"/>
                <a:gd name="T6" fmla="*/ 16 w 106"/>
                <a:gd name="T7" fmla="*/ 90 h 106"/>
                <a:gd name="T8" fmla="*/ 0 w 106"/>
                <a:gd name="T9" fmla="*/ 53 h 106"/>
                <a:gd name="T10" fmla="*/ 16 w 106"/>
                <a:gd name="T11" fmla="*/ 16 h 106"/>
                <a:gd name="T12" fmla="*/ 53 w 106"/>
                <a:gd name="T13" fmla="*/ 0 h 106"/>
                <a:gd name="T14" fmla="*/ 90 w 106"/>
                <a:gd name="T15" fmla="*/ 16 h 106"/>
                <a:gd name="T16" fmla="*/ 106 w 106"/>
                <a:gd name="T17" fmla="*/ 5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106">
                  <a:moveTo>
                    <a:pt x="106" y="53"/>
                  </a:moveTo>
                  <a:cubicBezTo>
                    <a:pt x="106" y="67"/>
                    <a:pt x="101" y="79"/>
                    <a:pt x="90" y="90"/>
                  </a:cubicBezTo>
                  <a:cubicBezTo>
                    <a:pt x="79" y="101"/>
                    <a:pt x="67" y="106"/>
                    <a:pt x="53" y="106"/>
                  </a:cubicBezTo>
                  <a:cubicBezTo>
                    <a:pt x="39" y="106"/>
                    <a:pt x="27" y="101"/>
                    <a:pt x="16" y="90"/>
                  </a:cubicBezTo>
                  <a:cubicBezTo>
                    <a:pt x="5" y="79"/>
                    <a:pt x="0" y="67"/>
                    <a:pt x="0" y="53"/>
                  </a:cubicBezTo>
                  <a:cubicBezTo>
                    <a:pt x="0" y="39"/>
                    <a:pt x="5" y="27"/>
                    <a:pt x="16" y="16"/>
                  </a:cubicBezTo>
                  <a:cubicBezTo>
                    <a:pt x="27" y="5"/>
                    <a:pt x="39" y="0"/>
                    <a:pt x="53" y="0"/>
                  </a:cubicBezTo>
                  <a:cubicBezTo>
                    <a:pt x="67" y="0"/>
                    <a:pt x="79" y="5"/>
                    <a:pt x="90" y="16"/>
                  </a:cubicBezTo>
                  <a:cubicBezTo>
                    <a:pt x="101" y="27"/>
                    <a:pt x="106" y="39"/>
                    <a:pt x="106" y="53"/>
                  </a:cubicBezTo>
                  <a:close/>
                </a:path>
              </a:pathLst>
            </a:custGeom>
            <a:solidFill>
              <a:srgbClr val="33333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90" name="Freeform 84">
              <a:extLst>
                <a:ext uri="{FF2B5EF4-FFF2-40B4-BE49-F238E27FC236}">
                  <a16:creationId xmlns:a16="http://schemas.microsoft.com/office/drawing/2014/main" id="{8FD75217-BC3B-48F1-8051-67E610144827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6075" y="5197684"/>
              <a:ext cx="52785" cy="50673"/>
            </a:xfrm>
            <a:custGeom>
              <a:avLst/>
              <a:gdLst>
                <a:gd name="T0" fmla="*/ 106 w 106"/>
                <a:gd name="T1" fmla="*/ 53 h 106"/>
                <a:gd name="T2" fmla="*/ 90 w 106"/>
                <a:gd name="T3" fmla="*/ 90 h 106"/>
                <a:gd name="T4" fmla="*/ 53 w 106"/>
                <a:gd name="T5" fmla="*/ 106 h 106"/>
                <a:gd name="T6" fmla="*/ 16 w 106"/>
                <a:gd name="T7" fmla="*/ 90 h 106"/>
                <a:gd name="T8" fmla="*/ 0 w 106"/>
                <a:gd name="T9" fmla="*/ 53 h 106"/>
                <a:gd name="T10" fmla="*/ 16 w 106"/>
                <a:gd name="T11" fmla="*/ 16 h 106"/>
                <a:gd name="T12" fmla="*/ 53 w 106"/>
                <a:gd name="T13" fmla="*/ 0 h 106"/>
                <a:gd name="T14" fmla="*/ 90 w 106"/>
                <a:gd name="T15" fmla="*/ 16 h 106"/>
                <a:gd name="T16" fmla="*/ 106 w 106"/>
                <a:gd name="T17" fmla="*/ 5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106">
                  <a:moveTo>
                    <a:pt x="106" y="53"/>
                  </a:moveTo>
                  <a:cubicBezTo>
                    <a:pt x="106" y="67"/>
                    <a:pt x="101" y="79"/>
                    <a:pt x="90" y="90"/>
                  </a:cubicBezTo>
                  <a:cubicBezTo>
                    <a:pt x="79" y="101"/>
                    <a:pt x="67" y="106"/>
                    <a:pt x="53" y="106"/>
                  </a:cubicBezTo>
                  <a:cubicBezTo>
                    <a:pt x="39" y="106"/>
                    <a:pt x="27" y="101"/>
                    <a:pt x="16" y="90"/>
                  </a:cubicBezTo>
                  <a:cubicBezTo>
                    <a:pt x="5" y="79"/>
                    <a:pt x="0" y="67"/>
                    <a:pt x="0" y="53"/>
                  </a:cubicBezTo>
                  <a:cubicBezTo>
                    <a:pt x="0" y="39"/>
                    <a:pt x="5" y="27"/>
                    <a:pt x="16" y="16"/>
                  </a:cubicBezTo>
                  <a:cubicBezTo>
                    <a:pt x="27" y="5"/>
                    <a:pt x="39" y="0"/>
                    <a:pt x="53" y="0"/>
                  </a:cubicBezTo>
                  <a:cubicBezTo>
                    <a:pt x="67" y="0"/>
                    <a:pt x="79" y="5"/>
                    <a:pt x="90" y="16"/>
                  </a:cubicBezTo>
                  <a:cubicBezTo>
                    <a:pt x="101" y="27"/>
                    <a:pt x="106" y="39"/>
                    <a:pt x="106" y="53"/>
                  </a:cubicBezTo>
                  <a:close/>
                </a:path>
              </a:pathLst>
            </a:custGeom>
            <a:solidFill>
              <a:srgbClr val="33333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91" name="Freeform 85">
              <a:extLst>
                <a:ext uri="{FF2B5EF4-FFF2-40B4-BE49-F238E27FC236}">
                  <a16:creationId xmlns:a16="http://schemas.microsoft.com/office/drawing/2014/main" id="{02C3C0EF-D2F4-4EC0-82EF-56F5E492A3E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4729" y="5197684"/>
              <a:ext cx="50673" cy="50673"/>
            </a:xfrm>
            <a:custGeom>
              <a:avLst/>
              <a:gdLst>
                <a:gd name="T0" fmla="*/ 106 w 106"/>
                <a:gd name="T1" fmla="*/ 53 h 106"/>
                <a:gd name="T2" fmla="*/ 90 w 106"/>
                <a:gd name="T3" fmla="*/ 90 h 106"/>
                <a:gd name="T4" fmla="*/ 53 w 106"/>
                <a:gd name="T5" fmla="*/ 106 h 106"/>
                <a:gd name="T6" fmla="*/ 16 w 106"/>
                <a:gd name="T7" fmla="*/ 90 h 106"/>
                <a:gd name="T8" fmla="*/ 0 w 106"/>
                <a:gd name="T9" fmla="*/ 53 h 106"/>
                <a:gd name="T10" fmla="*/ 16 w 106"/>
                <a:gd name="T11" fmla="*/ 16 h 106"/>
                <a:gd name="T12" fmla="*/ 53 w 106"/>
                <a:gd name="T13" fmla="*/ 0 h 106"/>
                <a:gd name="T14" fmla="*/ 90 w 106"/>
                <a:gd name="T15" fmla="*/ 16 h 106"/>
                <a:gd name="T16" fmla="*/ 106 w 106"/>
                <a:gd name="T17" fmla="*/ 5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106">
                  <a:moveTo>
                    <a:pt x="106" y="53"/>
                  </a:moveTo>
                  <a:cubicBezTo>
                    <a:pt x="106" y="67"/>
                    <a:pt x="101" y="79"/>
                    <a:pt x="90" y="90"/>
                  </a:cubicBezTo>
                  <a:cubicBezTo>
                    <a:pt x="79" y="101"/>
                    <a:pt x="67" y="106"/>
                    <a:pt x="53" y="106"/>
                  </a:cubicBezTo>
                  <a:cubicBezTo>
                    <a:pt x="39" y="106"/>
                    <a:pt x="27" y="101"/>
                    <a:pt x="16" y="90"/>
                  </a:cubicBezTo>
                  <a:cubicBezTo>
                    <a:pt x="5" y="79"/>
                    <a:pt x="0" y="67"/>
                    <a:pt x="0" y="53"/>
                  </a:cubicBezTo>
                  <a:cubicBezTo>
                    <a:pt x="0" y="39"/>
                    <a:pt x="5" y="27"/>
                    <a:pt x="16" y="16"/>
                  </a:cubicBezTo>
                  <a:cubicBezTo>
                    <a:pt x="27" y="5"/>
                    <a:pt x="39" y="0"/>
                    <a:pt x="53" y="0"/>
                  </a:cubicBezTo>
                  <a:cubicBezTo>
                    <a:pt x="67" y="0"/>
                    <a:pt x="79" y="5"/>
                    <a:pt x="90" y="16"/>
                  </a:cubicBezTo>
                  <a:cubicBezTo>
                    <a:pt x="101" y="27"/>
                    <a:pt x="106" y="39"/>
                    <a:pt x="106" y="53"/>
                  </a:cubicBezTo>
                  <a:close/>
                </a:path>
              </a:pathLst>
            </a:custGeom>
            <a:solidFill>
              <a:srgbClr val="33333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08" name="Line 102">
              <a:extLst>
                <a:ext uri="{FF2B5EF4-FFF2-40B4-BE49-F238E27FC236}">
                  <a16:creationId xmlns:a16="http://schemas.microsoft.com/office/drawing/2014/main" id="{860FBE58-9C88-4324-B07C-85EC0B092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6003" y="3821067"/>
              <a:ext cx="0" cy="31037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09" name="Line 103">
              <a:extLst>
                <a:ext uri="{FF2B5EF4-FFF2-40B4-BE49-F238E27FC236}">
                  <a16:creationId xmlns:a16="http://schemas.microsoft.com/office/drawing/2014/main" id="{3D7C8E1F-B0B4-4FA5-9FED-7DAA6AAEB5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91846" y="5353925"/>
              <a:ext cx="0" cy="31037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10" name="Line 104">
              <a:extLst>
                <a:ext uri="{FF2B5EF4-FFF2-40B4-BE49-F238E27FC236}">
                  <a16:creationId xmlns:a16="http://schemas.microsoft.com/office/drawing/2014/main" id="{F29898C9-ED43-4602-BF41-70C215F610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39827" y="5353925"/>
              <a:ext cx="152019" cy="268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11" name="Line 105">
              <a:extLst>
                <a:ext uri="{FF2B5EF4-FFF2-40B4-BE49-F238E27FC236}">
                  <a16:creationId xmlns:a16="http://schemas.microsoft.com/office/drawing/2014/main" id="{02C8DBC7-E065-42E1-BD0B-365F08DDC3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391846" y="5353925"/>
              <a:ext cx="154131" cy="268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12" name="Line 106">
              <a:extLst>
                <a:ext uri="{FF2B5EF4-FFF2-40B4-BE49-F238E27FC236}">
                  <a16:creationId xmlns:a16="http://schemas.microsoft.com/office/drawing/2014/main" id="{54F338EC-8438-4EE2-802D-0843945DC5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29112" y="5337034"/>
              <a:ext cx="0" cy="30826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13" name="Line 107">
              <a:extLst>
                <a:ext uri="{FF2B5EF4-FFF2-40B4-BE49-F238E27FC236}">
                  <a16:creationId xmlns:a16="http://schemas.microsoft.com/office/drawing/2014/main" id="{DF9B21ED-F485-41E7-BB92-06F58311F9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74981" y="5337034"/>
              <a:ext cx="154131" cy="268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14" name="Line 108">
              <a:extLst>
                <a:ext uri="{FF2B5EF4-FFF2-40B4-BE49-F238E27FC236}">
                  <a16:creationId xmlns:a16="http://schemas.microsoft.com/office/drawing/2014/main" id="{34414C12-E9D5-4A15-8028-4271650BCD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629112" y="5337034"/>
              <a:ext cx="152019" cy="268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15" name="Line 109">
              <a:extLst>
                <a:ext uri="{FF2B5EF4-FFF2-40B4-BE49-F238E27FC236}">
                  <a16:creationId xmlns:a16="http://schemas.microsoft.com/office/drawing/2014/main" id="{759104CB-A8BE-43E2-AA3E-92368E670A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866378" y="5345480"/>
              <a:ext cx="0" cy="30826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16" name="Line 110">
              <a:extLst>
                <a:ext uri="{FF2B5EF4-FFF2-40B4-BE49-F238E27FC236}">
                  <a16:creationId xmlns:a16="http://schemas.microsoft.com/office/drawing/2014/main" id="{5D6468D0-5039-4D53-9899-314FFF0D09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12247" y="5345480"/>
              <a:ext cx="154131" cy="268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17" name="Line 111">
              <a:extLst>
                <a:ext uri="{FF2B5EF4-FFF2-40B4-BE49-F238E27FC236}">
                  <a16:creationId xmlns:a16="http://schemas.microsoft.com/office/drawing/2014/main" id="{BBC47627-FF36-4179-AF48-215F9886E9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866378" y="5345480"/>
              <a:ext cx="152019" cy="268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364886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CF3293-C3E7-43E9-9FCE-494F2C6B5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ja-JP" altLang="en-US" dirty="0"/>
              <a:t>成功の状態</a:t>
            </a:r>
            <a:r>
              <a:rPr lang="en-US" altLang="ja-JP" dirty="0"/>
              <a:t>/</a:t>
            </a:r>
            <a:r>
              <a:rPr lang="ja-JP" altLang="en-US" dirty="0"/>
              <a:t>失敗の状態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82F6A2-1B5D-4C16-A3DC-C5148B29DE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626395" cy="4351338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kumimoji="1" lang="ja-JP" altLang="en-US" dirty="0"/>
              <a:t>一般に，プレイヤー</a:t>
            </a:r>
            <a:r>
              <a:rPr kumimoji="1" lang="en-US" altLang="ja-JP" dirty="0"/>
              <a:t>A</a:t>
            </a:r>
            <a:r>
              <a:rPr kumimoji="1" lang="ja-JP" altLang="en-US" dirty="0"/>
              <a:t>から見て，状態が </a:t>
            </a:r>
            <a:r>
              <a:rPr kumimoji="1" lang="en-US" altLang="ja-JP" dirty="0">
                <a:solidFill>
                  <a:schemeClr val="accent1"/>
                </a:solidFill>
              </a:rPr>
              <a:t>B??</a:t>
            </a:r>
            <a:r>
              <a:rPr kumimoji="1" lang="ja-JP" altLang="en-US" dirty="0"/>
              <a:t> </a:t>
            </a:r>
            <a:r>
              <a:rPr kumimoji="1" lang="en-US" altLang="ja-JP" dirty="0"/>
              <a:t>(</a:t>
            </a:r>
            <a:r>
              <a:rPr kumimoji="1" lang="ja-JP" altLang="en-US" dirty="0"/>
              <a:t>相手の番</a:t>
            </a:r>
            <a:r>
              <a:rPr kumimoji="1" lang="en-US" altLang="ja-JP" dirty="0"/>
              <a:t>)</a:t>
            </a:r>
            <a:r>
              <a:rPr kumimoji="1" lang="ja-JP" altLang="en-US" dirty="0"/>
              <a:t>のとき，各選択肢に対応した次の状態 </a:t>
            </a:r>
            <a:r>
              <a:rPr kumimoji="1" lang="en-US" altLang="ja-JP" dirty="0"/>
              <a:t>(</a:t>
            </a:r>
            <a:r>
              <a:rPr kumimoji="1" lang="en-US" altLang="ja-JP" dirty="0">
                <a:solidFill>
                  <a:schemeClr val="accent1"/>
                </a:solidFill>
              </a:rPr>
              <a:t>A??</a:t>
            </a:r>
            <a:r>
              <a:rPr kumimoji="1" lang="en-US" altLang="ja-JP" dirty="0">
                <a:solidFill>
                  <a:schemeClr val="tx2"/>
                </a:solidFill>
              </a:rPr>
              <a:t>)</a:t>
            </a:r>
            <a:r>
              <a:rPr kumimoji="1" lang="ja-JP" altLang="en-US" dirty="0"/>
              <a:t>について，</a:t>
            </a:r>
            <a:endParaRPr kumimoji="1" lang="en-US" altLang="ja-JP" dirty="0"/>
          </a:p>
          <a:p>
            <a:pPr marL="809625" lvl="1" indent="-352425">
              <a:spcBef>
                <a:spcPts val="1200"/>
              </a:spcBef>
              <a:buFont typeface="游ゴシック" panose="020B0400000000000000" pitchFamily="50" charset="-128"/>
              <a:buChar char="‒"/>
            </a:pPr>
            <a:r>
              <a:rPr lang="ja-JP" altLang="en-US" sz="2800" dirty="0"/>
              <a:t>一つでも</a:t>
            </a:r>
            <a:r>
              <a:rPr lang="en-US" altLang="ja-JP" sz="3200" dirty="0">
                <a:solidFill>
                  <a:srgbClr val="FF0000"/>
                </a:solidFill>
              </a:rPr>
              <a:t>×</a:t>
            </a:r>
            <a:r>
              <a:rPr lang="ja-JP" altLang="en-US" sz="2800" dirty="0"/>
              <a:t>があれば，</a:t>
            </a:r>
            <a:endParaRPr lang="en-US" altLang="ja-JP" sz="2800" dirty="0"/>
          </a:p>
          <a:p>
            <a:pPr marL="809625" lvl="1" indent="-1588">
              <a:spcBef>
                <a:spcPts val="0"/>
              </a:spcBef>
              <a:buNone/>
            </a:pPr>
            <a:r>
              <a:rPr lang="ja-JP" altLang="en-US" sz="2800" dirty="0"/>
              <a:t>その状態も</a:t>
            </a:r>
            <a:r>
              <a:rPr lang="en-US" altLang="ja-JP" sz="3200" dirty="0">
                <a:solidFill>
                  <a:srgbClr val="FF0000"/>
                </a:solidFill>
              </a:rPr>
              <a:t>×</a:t>
            </a:r>
            <a:endParaRPr lang="en-US" altLang="ja-JP" sz="2800" dirty="0">
              <a:solidFill>
                <a:srgbClr val="FF0000"/>
              </a:solidFill>
            </a:endParaRPr>
          </a:p>
          <a:p>
            <a:pPr marL="809625" lvl="1" indent="-352425">
              <a:spcBef>
                <a:spcPts val="1200"/>
              </a:spcBef>
              <a:buFont typeface="游ゴシック" panose="020B0400000000000000" pitchFamily="50" charset="-128"/>
              <a:buChar char="‒"/>
            </a:pPr>
            <a:r>
              <a:rPr kumimoji="1" lang="ja-JP" altLang="en-US" sz="2800" dirty="0"/>
              <a:t>すべて</a:t>
            </a:r>
            <a:r>
              <a:rPr kumimoji="1" lang="ja-JP" altLang="en-US" sz="2800" dirty="0">
                <a:solidFill>
                  <a:srgbClr val="FF0000"/>
                </a:solidFill>
              </a:rPr>
              <a:t>〇</a:t>
            </a:r>
            <a:r>
              <a:rPr kumimoji="1" lang="ja-JP" altLang="en-US" sz="2800" dirty="0"/>
              <a:t>なら</a:t>
            </a:r>
            <a:endParaRPr lang="en-US" altLang="ja-JP" sz="2800" dirty="0"/>
          </a:p>
          <a:p>
            <a:pPr marL="809625" lvl="1" indent="0">
              <a:spcBef>
                <a:spcPts val="0"/>
              </a:spcBef>
              <a:buNone/>
            </a:pPr>
            <a:r>
              <a:rPr kumimoji="1" lang="ja-JP" altLang="en-US" sz="2800" dirty="0"/>
              <a:t>その状態も</a:t>
            </a:r>
            <a:r>
              <a:rPr kumimoji="1" lang="ja-JP" altLang="en-US" sz="2800" dirty="0" err="1">
                <a:solidFill>
                  <a:srgbClr val="FF0000"/>
                </a:solidFill>
              </a:rPr>
              <a:t>〇</a:t>
            </a:r>
            <a:endParaRPr lang="en-US" altLang="ja-JP" sz="2800" dirty="0">
              <a:solidFill>
                <a:srgbClr val="FF0000"/>
              </a:solidFill>
            </a:endParaRPr>
          </a:p>
          <a:p>
            <a:pPr marL="2422525" indent="0">
              <a:spcBef>
                <a:spcPts val="1200"/>
              </a:spcBef>
              <a:buNone/>
            </a:pPr>
            <a:r>
              <a:rPr lang="en-US" altLang="ja-JP" sz="3200" u="sng" dirty="0"/>
              <a:t>AND</a:t>
            </a:r>
            <a:r>
              <a:rPr lang="ja-JP" altLang="en-US" sz="3200" u="sng" dirty="0"/>
              <a:t>分岐と等価</a:t>
            </a:r>
            <a:endParaRPr lang="en-US" altLang="ja-JP" sz="3600" u="sng" dirty="0"/>
          </a:p>
        </p:txBody>
      </p:sp>
      <p:sp>
        <p:nvSpPr>
          <p:cNvPr id="53" name="Rectangle 49">
            <a:extLst>
              <a:ext uri="{FF2B5EF4-FFF2-40B4-BE49-F238E27FC236}">
                <a16:creationId xmlns:a16="http://schemas.microsoft.com/office/drawing/2014/main" id="{8B46EBB5-6B0B-4B91-A778-70DCEC03F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1538" y="2913063"/>
            <a:ext cx="28257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25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　</a:t>
            </a: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7" name="Rectangle 63">
            <a:extLst>
              <a:ext uri="{FF2B5EF4-FFF2-40B4-BE49-F238E27FC236}">
                <a16:creationId xmlns:a16="http://schemas.microsoft.com/office/drawing/2014/main" id="{84FC605C-6FBA-4B6F-B0F1-1EAA44F32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1538" y="2547938"/>
            <a:ext cx="28257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25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　</a:t>
            </a: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77" name="グループ化 76"/>
          <p:cNvGrpSpPr/>
          <p:nvPr/>
        </p:nvGrpSpPr>
        <p:grpSpPr>
          <a:xfrm>
            <a:off x="7188309" y="2875172"/>
            <a:ext cx="2863024" cy="409607"/>
            <a:chOff x="7188309" y="2875172"/>
            <a:chExt cx="2863024" cy="409607"/>
          </a:xfrm>
        </p:grpSpPr>
        <p:sp>
          <p:nvSpPr>
            <p:cNvPr id="62" name="Freeform 23">
              <a:extLst>
                <a:ext uri="{FF2B5EF4-FFF2-40B4-BE49-F238E27FC236}">
                  <a16:creationId xmlns:a16="http://schemas.microsoft.com/office/drawing/2014/main" id="{C650F300-D48B-42D6-8226-A7017F5ED237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8309" y="2875172"/>
              <a:ext cx="407495" cy="409607"/>
            </a:xfrm>
            <a:custGeom>
              <a:avLst/>
              <a:gdLst>
                <a:gd name="T0" fmla="*/ 423 w 846"/>
                <a:gd name="T1" fmla="*/ 0 h 846"/>
                <a:gd name="T2" fmla="*/ 123 w 846"/>
                <a:gd name="T3" fmla="*/ 123 h 846"/>
                <a:gd name="T4" fmla="*/ 0 w 846"/>
                <a:gd name="T5" fmla="*/ 423 h 846"/>
                <a:gd name="T6" fmla="*/ 123 w 846"/>
                <a:gd name="T7" fmla="*/ 723 h 846"/>
                <a:gd name="T8" fmla="*/ 423 w 846"/>
                <a:gd name="T9" fmla="*/ 846 h 846"/>
                <a:gd name="T10" fmla="*/ 723 w 846"/>
                <a:gd name="T11" fmla="*/ 723 h 846"/>
                <a:gd name="T12" fmla="*/ 846 w 846"/>
                <a:gd name="T13" fmla="*/ 423 h 846"/>
                <a:gd name="T14" fmla="*/ 723 w 846"/>
                <a:gd name="T15" fmla="*/ 123 h 846"/>
                <a:gd name="T16" fmla="*/ 423 w 846"/>
                <a:gd name="T17" fmla="*/ 0 h 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46" h="846">
                  <a:moveTo>
                    <a:pt x="423" y="0"/>
                  </a:moveTo>
                  <a:cubicBezTo>
                    <a:pt x="307" y="0"/>
                    <a:pt x="206" y="40"/>
                    <a:pt x="123" y="123"/>
                  </a:cubicBezTo>
                  <a:cubicBezTo>
                    <a:pt x="40" y="206"/>
                    <a:pt x="0" y="307"/>
                    <a:pt x="0" y="423"/>
                  </a:cubicBezTo>
                  <a:cubicBezTo>
                    <a:pt x="0" y="539"/>
                    <a:pt x="40" y="640"/>
                    <a:pt x="123" y="723"/>
                  </a:cubicBezTo>
                  <a:cubicBezTo>
                    <a:pt x="206" y="806"/>
                    <a:pt x="307" y="846"/>
                    <a:pt x="423" y="846"/>
                  </a:cubicBezTo>
                  <a:cubicBezTo>
                    <a:pt x="539" y="846"/>
                    <a:pt x="640" y="806"/>
                    <a:pt x="723" y="723"/>
                  </a:cubicBezTo>
                  <a:cubicBezTo>
                    <a:pt x="806" y="640"/>
                    <a:pt x="846" y="539"/>
                    <a:pt x="846" y="423"/>
                  </a:cubicBezTo>
                  <a:cubicBezTo>
                    <a:pt x="846" y="307"/>
                    <a:pt x="806" y="206"/>
                    <a:pt x="723" y="123"/>
                  </a:cubicBezTo>
                  <a:cubicBezTo>
                    <a:pt x="640" y="40"/>
                    <a:pt x="539" y="0"/>
                    <a:pt x="423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63" name="Freeform 24">
              <a:extLst>
                <a:ext uri="{FF2B5EF4-FFF2-40B4-BE49-F238E27FC236}">
                  <a16:creationId xmlns:a16="http://schemas.microsoft.com/office/drawing/2014/main" id="{CC7C182D-17EB-4C4D-84F1-4CCEB2F632AA}"/>
                </a:ext>
              </a:extLst>
            </p:cNvPr>
            <p:cNvSpPr>
              <a:spLocks/>
            </p:cNvSpPr>
            <p:nvPr/>
          </p:nvSpPr>
          <p:spPr bwMode="auto">
            <a:xfrm>
              <a:off x="9641726" y="2875172"/>
              <a:ext cx="409607" cy="409607"/>
            </a:xfrm>
            <a:custGeom>
              <a:avLst/>
              <a:gdLst>
                <a:gd name="T0" fmla="*/ 423 w 846"/>
                <a:gd name="T1" fmla="*/ 0 h 846"/>
                <a:gd name="T2" fmla="*/ 123 w 846"/>
                <a:gd name="T3" fmla="*/ 123 h 846"/>
                <a:gd name="T4" fmla="*/ 0 w 846"/>
                <a:gd name="T5" fmla="*/ 423 h 846"/>
                <a:gd name="T6" fmla="*/ 123 w 846"/>
                <a:gd name="T7" fmla="*/ 723 h 846"/>
                <a:gd name="T8" fmla="*/ 423 w 846"/>
                <a:gd name="T9" fmla="*/ 846 h 846"/>
                <a:gd name="T10" fmla="*/ 723 w 846"/>
                <a:gd name="T11" fmla="*/ 723 h 846"/>
                <a:gd name="T12" fmla="*/ 846 w 846"/>
                <a:gd name="T13" fmla="*/ 423 h 846"/>
                <a:gd name="T14" fmla="*/ 723 w 846"/>
                <a:gd name="T15" fmla="*/ 123 h 846"/>
                <a:gd name="T16" fmla="*/ 423 w 846"/>
                <a:gd name="T17" fmla="*/ 0 h 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46" h="846">
                  <a:moveTo>
                    <a:pt x="423" y="0"/>
                  </a:moveTo>
                  <a:cubicBezTo>
                    <a:pt x="307" y="0"/>
                    <a:pt x="206" y="40"/>
                    <a:pt x="123" y="123"/>
                  </a:cubicBezTo>
                  <a:cubicBezTo>
                    <a:pt x="40" y="206"/>
                    <a:pt x="0" y="307"/>
                    <a:pt x="0" y="423"/>
                  </a:cubicBezTo>
                  <a:cubicBezTo>
                    <a:pt x="0" y="539"/>
                    <a:pt x="40" y="640"/>
                    <a:pt x="123" y="723"/>
                  </a:cubicBezTo>
                  <a:cubicBezTo>
                    <a:pt x="206" y="806"/>
                    <a:pt x="307" y="846"/>
                    <a:pt x="423" y="846"/>
                  </a:cubicBezTo>
                  <a:cubicBezTo>
                    <a:pt x="539" y="846"/>
                    <a:pt x="640" y="806"/>
                    <a:pt x="723" y="723"/>
                  </a:cubicBezTo>
                  <a:cubicBezTo>
                    <a:pt x="806" y="640"/>
                    <a:pt x="846" y="539"/>
                    <a:pt x="846" y="423"/>
                  </a:cubicBezTo>
                  <a:cubicBezTo>
                    <a:pt x="846" y="307"/>
                    <a:pt x="806" y="206"/>
                    <a:pt x="723" y="123"/>
                  </a:cubicBezTo>
                  <a:cubicBezTo>
                    <a:pt x="640" y="40"/>
                    <a:pt x="539" y="0"/>
                    <a:pt x="423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64" name="Line 25">
              <a:extLst>
                <a:ext uri="{FF2B5EF4-FFF2-40B4-BE49-F238E27FC236}">
                  <a16:creationId xmlns:a16="http://schemas.microsoft.com/office/drawing/2014/main" id="{03D2892E-0196-4413-8C82-B2B64E82DC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465690" y="2925845"/>
              <a:ext cx="154130" cy="15413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65" name="Line 26">
              <a:extLst>
                <a:ext uri="{FF2B5EF4-FFF2-40B4-BE49-F238E27FC236}">
                  <a16:creationId xmlns:a16="http://schemas.microsoft.com/office/drawing/2014/main" id="{4969F543-F097-49B1-A236-43E5B32E50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19821" y="3079975"/>
              <a:ext cx="154130" cy="15413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66" name="Line 27">
              <a:extLst>
                <a:ext uri="{FF2B5EF4-FFF2-40B4-BE49-F238E27FC236}">
                  <a16:creationId xmlns:a16="http://schemas.microsoft.com/office/drawing/2014/main" id="{CB1FC611-577B-47DA-A778-DA9E4949A0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19821" y="2925845"/>
              <a:ext cx="154130" cy="15413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69" name="Line 28">
              <a:extLst>
                <a:ext uri="{FF2B5EF4-FFF2-40B4-BE49-F238E27FC236}">
                  <a16:creationId xmlns:a16="http://schemas.microsoft.com/office/drawing/2014/main" id="{EB3BCD5E-6632-4581-9B26-784EAB751F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65690" y="3079975"/>
              <a:ext cx="154130" cy="15413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</p:grpSp>
      <p:grpSp>
        <p:nvGrpSpPr>
          <p:cNvPr id="76" name="グループ化 75"/>
          <p:cNvGrpSpPr/>
          <p:nvPr/>
        </p:nvGrpSpPr>
        <p:grpSpPr>
          <a:xfrm>
            <a:off x="8438243" y="1998951"/>
            <a:ext cx="335708" cy="751650"/>
            <a:chOff x="8438243" y="1998951"/>
            <a:chExt cx="335708" cy="751650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F232FE83-EBB8-433B-8CD6-C351390608DD}"/>
                </a:ext>
              </a:extLst>
            </p:cNvPr>
            <p:cNvSpPr>
              <a:spLocks/>
            </p:cNvSpPr>
            <p:nvPr/>
          </p:nvSpPr>
          <p:spPr bwMode="auto">
            <a:xfrm>
              <a:off x="8438243" y="2440229"/>
              <a:ext cx="154130" cy="156242"/>
            </a:xfrm>
            <a:custGeom>
              <a:avLst/>
              <a:gdLst>
                <a:gd name="T0" fmla="*/ 159 w 318"/>
                <a:gd name="T1" fmla="*/ 239 h 318"/>
                <a:gd name="T2" fmla="*/ 318 w 318"/>
                <a:gd name="T3" fmla="*/ 318 h 318"/>
                <a:gd name="T4" fmla="*/ 159 w 318"/>
                <a:gd name="T5" fmla="*/ 0 h 318"/>
                <a:gd name="T6" fmla="*/ 0 w 318"/>
                <a:gd name="T7" fmla="*/ 318 h 318"/>
                <a:gd name="T8" fmla="*/ 159 w 318"/>
                <a:gd name="T9" fmla="*/ 239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8" h="318">
                  <a:moveTo>
                    <a:pt x="159" y="239"/>
                  </a:moveTo>
                  <a:lnTo>
                    <a:pt x="318" y="318"/>
                  </a:lnTo>
                  <a:lnTo>
                    <a:pt x="159" y="0"/>
                  </a:lnTo>
                  <a:lnTo>
                    <a:pt x="0" y="318"/>
                  </a:lnTo>
                  <a:lnTo>
                    <a:pt x="159" y="239"/>
                  </a:lnTo>
                  <a:close/>
                </a:path>
              </a:pathLst>
            </a:custGeom>
            <a:solidFill>
              <a:srgbClr val="FF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47" name="Line 9">
              <a:extLst>
                <a:ext uri="{FF2B5EF4-FFF2-40B4-BE49-F238E27FC236}">
                  <a16:creationId xmlns:a16="http://schemas.microsoft.com/office/drawing/2014/main" id="{E2E3B994-58FE-4116-9256-B05DEE462F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516363" y="2556354"/>
              <a:ext cx="0" cy="19424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70" name="Line 29">
              <a:extLst>
                <a:ext uri="{FF2B5EF4-FFF2-40B4-BE49-F238E27FC236}">
                  <a16:creationId xmlns:a16="http://schemas.microsoft.com/office/drawing/2014/main" id="{A5D16FB3-36EC-4958-93DE-BD0E559C35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465690" y="1998951"/>
              <a:ext cx="154130" cy="15624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71" name="Line 30">
              <a:extLst>
                <a:ext uri="{FF2B5EF4-FFF2-40B4-BE49-F238E27FC236}">
                  <a16:creationId xmlns:a16="http://schemas.microsoft.com/office/drawing/2014/main" id="{E23FC6AD-7120-4A41-ACC0-8FE9518DF3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19821" y="2155193"/>
              <a:ext cx="154130" cy="15201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72" name="Line 31">
              <a:extLst>
                <a:ext uri="{FF2B5EF4-FFF2-40B4-BE49-F238E27FC236}">
                  <a16:creationId xmlns:a16="http://schemas.microsoft.com/office/drawing/2014/main" id="{5D89C4D9-4666-403C-AD60-B27CBAFC1E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19821" y="1998951"/>
              <a:ext cx="154130" cy="15624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18" name="Line 32">
              <a:extLst>
                <a:ext uri="{FF2B5EF4-FFF2-40B4-BE49-F238E27FC236}">
                  <a16:creationId xmlns:a16="http://schemas.microsoft.com/office/drawing/2014/main" id="{0E28B8A0-736D-4957-9202-1E4DDE121B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65690" y="2155193"/>
              <a:ext cx="154130" cy="15201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</p:grpSp>
      <p:grpSp>
        <p:nvGrpSpPr>
          <p:cNvPr id="78" name="グループ化 77"/>
          <p:cNvGrpSpPr/>
          <p:nvPr/>
        </p:nvGrpSpPr>
        <p:grpSpPr>
          <a:xfrm>
            <a:off x="7143968" y="1690690"/>
            <a:ext cx="2971493" cy="1839009"/>
            <a:chOff x="7143968" y="1690690"/>
            <a:chExt cx="2971493" cy="1839009"/>
          </a:xfrm>
        </p:grpSpPr>
        <p:sp>
          <p:nvSpPr>
            <p:cNvPr id="44" name="Line 6">
              <a:extLst>
                <a:ext uri="{FF2B5EF4-FFF2-40B4-BE49-F238E27FC236}">
                  <a16:creationId xmlns:a16="http://schemas.microsoft.com/office/drawing/2014/main" id="{022E5CE2-4A6D-4735-A28A-8FEA123A7A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40143" y="2283987"/>
              <a:ext cx="819213" cy="618634"/>
            </a:xfrm>
            <a:prstGeom prst="line">
              <a:avLst/>
            </a:prstGeom>
            <a:noFill/>
            <a:ln w="12700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45" name="Line 7">
              <a:extLst>
                <a:ext uri="{FF2B5EF4-FFF2-40B4-BE49-F238E27FC236}">
                  <a16:creationId xmlns:a16="http://schemas.microsoft.com/office/drawing/2014/main" id="{255F0E47-FA8A-4BBB-9076-C80C8428B3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778173" y="2283987"/>
              <a:ext cx="817101" cy="618634"/>
            </a:xfrm>
            <a:prstGeom prst="line">
              <a:avLst/>
            </a:prstGeom>
            <a:noFill/>
            <a:ln w="12700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46" name="Line 8">
              <a:extLst>
                <a:ext uri="{FF2B5EF4-FFF2-40B4-BE49-F238E27FC236}">
                  <a16:creationId xmlns:a16="http://schemas.microsoft.com/office/drawing/2014/main" id="{464E5C2E-C47A-4CC0-BE71-6CF2ED4637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17709" y="2283987"/>
              <a:ext cx="0" cy="618634"/>
            </a:xfrm>
            <a:prstGeom prst="line">
              <a:avLst/>
            </a:prstGeom>
            <a:noFill/>
            <a:ln w="12700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48" name="Line 10">
              <a:extLst>
                <a:ext uri="{FF2B5EF4-FFF2-40B4-BE49-F238E27FC236}">
                  <a16:creationId xmlns:a16="http://schemas.microsoft.com/office/drawing/2014/main" id="{4A10468C-15C9-4D91-9EB3-B3E9425BA8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842306" y="3219326"/>
              <a:ext cx="0" cy="31037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49" name="Line 11">
              <a:extLst>
                <a:ext uri="{FF2B5EF4-FFF2-40B4-BE49-F238E27FC236}">
                  <a16:creationId xmlns:a16="http://schemas.microsoft.com/office/drawing/2014/main" id="{296CAFDE-6F74-498F-8287-16BE96D99B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88177" y="3221438"/>
              <a:ext cx="154130" cy="2660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50" name="Line 12">
              <a:extLst>
                <a:ext uri="{FF2B5EF4-FFF2-40B4-BE49-F238E27FC236}">
                  <a16:creationId xmlns:a16="http://schemas.microsoft.com/office/drawing/2014/main" id="{9F8E6807-D03F-4683-ADC3-F875C04E04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842306" y="3221438"/>
              <a:ext cx="154130" cy="2660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51" name="Rectangle 13">
              <a:extLst>
                <a:ext uri="{FF2B5EF4-FFF2-40B4-BE49-F238E27FC236}">
                  <a16:creationId xmlns:a16="http://schemas.microsoft.com/office/drawing/2014/main" id="{9BC074DB-132C-4B40-97E6-8BFE645921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0676" y="1998951"/>
              <a:ext cx="528735" cy="368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2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B??</a:t>
              </a:r>
              <a:endPara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52" name="Rectangle 14">
              <a:extLst>
                <a:ext uri="{FF2B5EF4-FFF2-40B4-BE49-F238E27FC236}">
                  <a16:creationId xmlns:a16="http://schemas.microsoft.com/office/drawing/2014/main" id="{89353506-56DC-4C63-992C-ECAC403D50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3968" y="2923733"/>
              <a:ext cx="518075" cy="368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2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A??</a:t>
              </a:r>
              <a:endParaRPr kumimoji="0" lang="ja-JP" altLang="ja-JP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54" name="Rectangle 15">
              <a:extLst>
                <a:ext uri="{FF2B5EF4-FFF2-40B4-BE49-F238E27FC236}">
                  <a16:creationId xmlns:a16="http://schemas.microsoft.com/office/drawing/2014/main" id="{C303D475-92D6-4254-9C07-5A0D0684DB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0676" y="2923733"/>
              <a:ext cx="518075" cy="368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2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A??</a:t>
              </a:r>
              <a:endParaRPr kumimoji="0" lang="ja-JP" altLang="ja-JP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55" name="Rectangle 16">
              <a:extLst>
                <a:ext uri="{FF2B5EF4-FFF2-40B4-BE49-F238E27FC236}">
                  <a16:creationId xmlns:a16="http://schemas.microsoft.com/office/drawing/2014/main" id="{DD2FA2BA-3924-4D31-9668-21A93B2DDA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7386" y="2923733"/>
              <a:ext cx="518075" cy="368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2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A??</a:t>
              </a:r>
              <a:endParaRPr kumimoji="0" lang="ja-JP" altLang="ja-JP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56" name="Freeform 17">
              <a:extLst>
                <a:ext uri="{FF2B5EF4-FFF2-40B4-BE49-F238E27FC236}">
                  <a16:creationId xmlns:a16="http://schemas.microsoft.com/office/drawing/2014/main" id="{78672DFD-26B8-4351-A1DB-82AFE969699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91977" y="3054638"/>
              <a:ext cx="50673" cy="50673"/>
            </a:xfrm>
            <a:custGeom>
              <a:avLst/>
              <a:gdLst>
                <a:gd name="T0" fmla="*/ 106 w 106"/>
                <a:gd name="T1" fmla="*/ 53 h 106"/>
                <a:gd name="T2" fmla="*/ 90 w 106"/>
                <a:gd name="T3" fmla="*/ 90 h 106"/>
                <a:gd name="T4" fmla="*/ 53 w 106"/>
                <a:gd name="T5" fmla="*/ 106 h 106"/>
                <a:gd name="T6" fmla="*/ 16 w 106"/>
                <a:gd name="T7" fmla="*/ 90 h 106"/>
                <a:gd name="T8" fmla="*/ 0 w 106"/>
                <a:gd name="T9" fmla="*/ 53 h 106"/>
                <a:gd name="T10" fmla="*/ 16 w 106"/>
                <a:gd name="T11" fmla="*/ 16 h 106"/>
                <a:gd name="T12" fmla="*/ 53 w 106"/>
                <a:gd name="T13" fmla="*/ 0 h 106"/>
                <a:gd name="T14" fmla="*/ 90 w 106"/>
                <a:gd name="T15" fmla="*/ 16 h 106"/>
                <a:gd name="T16" fmla="*/ 106 w 106"/>
                <a:gd name="T17" fmla="*/ 5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106">
                  <a:moveTo>
                    <a:pt x="106" y="53"/>
                  </a:moveTo>
                  <a:cubicBezTo>
                    <a:pt x="106" y="67"/>
                    <a:pt x="101" y="79"/>
                    <a:pt x="90" y="90"/>
                  </a:cubicBezTo>
                  <a:cubicBezTo>
                    <a:pt x="79" y="101"/>
                    <a:pt x="67" y="106"/>
                    <a:pt x="53" y="106"/>
                  </a:cubicBezTo>
                  <a:cubicBezTo>
                    <a:pt x="39" y="106"/>
                    <a:pt x="27" y="101"/>
                    <a:pt x="16" y="90"/>
                  </a:cubicBezTo>
                  <a:cubicBezTo>
                    <a:pt x="5" y="79"/>
                    <a:pt x="0" y="67"/>
                    <a:pt x="0" y="53"/>
                  </a:cubicBezTo>
                  <a:cubicBezTo>
                    <a:pt x="0" y="39"/>
                    <a:pt x="5" y="27"/>
                    <a:pt x="16" y="16"/>
                  </a:cubicBezTo>
                  <a:cubicBezTo>
                    <a:pt x="27" y="5"/>
                    <a:pt x="39" y="0"/>
                    <a:pt x="53" y="0"/>
                  </a:cubicBezTo>
                  <a:cubicBezTo>
                    <a:pt x="67" y="0"/>
                    <a:pt x="79" y="5"/>
                    <a:pt x="90" y="16"/>
                  </a:cubicBezTo>
                  <a:cubicBezTo>
                    <a:pt x="101" y="27"/>
                    <a:pt x="106" y="39"/>
                    <a:pt x="106" y="53"/>
                  </a:cubicBezTo>
                  <a:close/>
                </a:path>
              </a:pathLst>
            </a:custGeom>
            <a:solidFill>
              <a:srgbClr val="33333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57" name="Freeform 18">
              <a:extLst>
                <a:ext uri="{FF2B5EF4-FFF2-40B4-BE49-F238E27FC236}">
                  <a16:creationId xmlns:a16="http://schemas.microsoft.com/office/drawing/2014/main" id="{4F1D5C04-AFD6-4B31-BAE1-166E172D698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8519" y="3054638"/>
              <a:ext cx="50673" cy="50673"/>
            </a:xfrm>
            <a:custGeom>
              <a:avLst/>
              <a:gdLst>
                <a:gd name="T0" fmla="*/ 106 w 106"/>
                <a:gd name="T1" fmla="*/ 53 h 106"/>
                <a:gd name="T2" fmla="*/ 90 w 106"/>
                <a:gd name="T3" fmla="*/ 90 h 106"/>
                <a:gd name="T4" fmla="*/ 53 w 106"/>
                <a:gd name="T5" fmla="*/ 106 h 106"/>
                <a:gd name="T6" fmla="*/ 16 w 106"/>
                <a:gd name="T7" fmla="*/ 90 h 106"/>
                <a:gd name="T8" fmla="*/ 0 w 106"/>
                <a:gd name="T9" fmla="*/ 53 h 106"/>
                <a:gd name="T10" fmla="*/ 16 w 106"/>
                <a:gd name="T11" fmla="*/ 16 h 106"/>
                <a:gd name="T12" fmla="*/ 53 w 106"/>
                <a:gd name="T13" fmla="*/ 0 h 106"/>
                <a:gd name="T14" fmla="*/ 90 w 106"/>
                <a:gd name="T15" fmla="*/ 16 h 106"/>
                <a:gd name="T16" fmla="*/ 106 w 106"/>
                <a:gd name="T17" fmla="*/ 5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106">
                  <a:moveTo>
                    <a:pt x="106" y="53"/>
                  </a:moveTo>
                  <a:cubicBezTo>
                    <a:pt x="106" y="67"/>
                    <a:pt x="101" y="79"/>
                    <a:pt x="90" y="90"/>
                  </a:cubicBezTo>
                  <a:cubicBezTo>
                    <a:pt x="79" y="101"/>
                    <a:pt x="67" y="106"/>
                    <a:pt x="53" y="106"/>
                  </a:cubicBezTo>
                  <a:cubicBezTo>
                    <a:pt x="39" y="106"/>
                    <a:pt x="27" y="101"/>
                    <a:pt x="16" y="90"/>
                  </a:cubicBezTo>
                  <a:cubicBezTo>
                    <a:pt x="5" y="79"/>
                    <a:pt x="0" y="67"/>
                    <a:pt x="0" y="53"/>
                  </a:cubicBezTo>
                  <a:cubicBezTo>
                    <a:pt x="0" y="39"/>
                    <a:pt x="5" y="27"/>
                    <a:pt x="16" y="16"/>
                  </a:cubicBezTo>
                  <a:cubicBezTo>
                    <a:pt x="27" y="5"/>
                    <a:pt x="39" y="0"/>
                    <a:pt x="53" y="0"/>
                  </a:cubicBezTo>
                  <a:cubicBezTo>
                    <a:pt x="67" y="0"/>
                    <a:pt x="79" y="5"/>
                    <a:pt x="90" y="16"/>
                  </a:cubicBezTo>
                  <a:cubicBezTo>
                    <a:pt x="101" y="27"/>
                    <a:pt x="106" y="39"/>
                    <a:pt x="106" y="53"/>
                  </a:cubicBezTo>
                  <a:close/>
                </a:path>
              </a:pathLst>
            </a:custGeom>
            <a:solidFill>
              <a:srgbClr val="33333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58" name="Freeform 19">
              <a:extLst>
                <a:ext uri="{FF2B5EF4-FFF2-40B4-BE49-F238E27FC236}">
                  <a16:creationId xmlns:a16="http://schemas.microsoft.com/office/drawing/2014/main" id="{AAEDD922-6E3A-496C-AE09-8DDAF9214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7173" y="3054638"/>
              <a:ext cx="50673" cy="50673"/>
            </a:xfrm>
            <a:custGeom>
              <a:avLst/>
              <a:gdLst>
                <a:gd name="T0" fmla="*/ 106 w 106"/>
                <a:gd name="T1" fmla="*/ 53 h 106"/>
                <a:gd name="T2" fmla="*/ 90 w 106"/>
                <a:gd name="T3" fmla="*/ 90 h 106"/>
                <a:gd name="T4" fmla="*/ 53 w 106"/>
                <a:gd name="T5" fmla="*/ 106 h 106"/>
                <a:gd name="T6" fmla="*/ 16 w 106"/>
                <a:gd name="T7" fmla="*/ 90 h 106"/>
                <a:gd name="T8" fmla="*/ 0 w 106"/>
                <a:gd name="T9" fmla="*/ 53 h 106"/>
                <a:gd name="T10" fmla="*/ 16 w 106"/>
                <a:gd name="T11" fmla="*/ 16 h 106"/>
                <a:gd name="T12" fmla="*/ 53 w 106"/>
                <a:gd name="T13" fmla="*/ 0 h 106"/>
                <a:gd name="T14" fmla="*/ 90 w 106"/>
                <a:gd name="T15" fmla="*/ 16 h 106"/>
                <a:gd name="T16" fmla="*/ 106 w 106"/>
                <a:gd name="T17" fmla="*/ 5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106">
                  <a:moveTo>
                    <a:pt x="106" y="53"/>
                  </a:moveTo>
                  <a:cubicBezTo>
                    <a:pt x="106" y="67"/>
                    <a:pt x="101" y="79"/>
                    <a:pt x="90" y="90"/>
                  </a:cubicBezTo>
                  <a:cubicBezTo>
                    <a:pt x="79" y="101"/>
                    <a:pt x="67" y="106"/>
                    <a:pt x="53" y="106"/>
                  </a:cubicBezTo>
                  <a:cubicBezTo>
                    <a:pt x="39" y="106"/>
                    <a:pt x="27" y="101"/>
                    <a:pt x="16" y="90"/>
                  </a:cubicBezTo>
                  <a:cubicBezTo>
                    <a:pt x="5" y="79"/>
                    <a:pt x="0" y="67"/>
                    <a:pt x="0" y="53"/>
                  </a:cubicBezTo>
                  <a:cubicBezTo>
                    <a:pt x="0" y="39"/>
                    <a:pt x="5" y="27"/>
                    <a:pt x="16" y="16"/>
                  </a:cubicBezTo>
                  <a:cubicBezTo>
                    <a:pt x="27" y="5"/>
                    <a:pt x="39" y="0"/>
                    <a:pt x="53" y="0"/>
                  </a:cubicBezTo>
                  <a:cubicBezTo>
                    <a:pt x="67" y="0"/>
                    <a:pt x="79" y="5"/>
                    <a:pt x="90" y="16"/>
                  </a:cubicBezTo>
                  <a:cubicBezTo>
                    <a:pt x="101" y="27"/>
                    <a:pt x="106" y="39"/>
                    <a:pt x="106" y="53"/>
                  </a:cubicBezTo>
                  <a:close/>
                </a:path>
              </a:pathLst>
            </a:custGeom>
            <a:solidFill>
              <a:srgbClr val="33333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59" name="Freeform 20">
              <a:extLst>
                <a:ext uri="{FF2B5EF4-FFF2-40B4-BE49-F238E27FC236}">
                  <a16:creationId xmlns:a16="http://schemas.microsoft.com/office/drawing/2014/main" id="{217E6EE7-893A-4FC6-9956-D1B5D3F7BFD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0240" y="3054638"/>
              <a:ext cx="50673" cy="50673"/>
            </a:xfrm>
            <a:custGeom>
              <a:avLst/>
              <a:gdLst>
                <a:gd name="T0" fmla="*/ 106 w 106"/>
                <a:gd name="T1" fmla="*/ 53 h 106"/>
                <a:gd name="T2" fmla="*/ 90 w 106"/>
                <a:gd name="T3" fmla="*/ 90 h 106"/>
                <a:gd name="T4" fmla="*/ 53 w 106"/>
                <a:gd name="T5" fmla="*/ 106 h 106"/>
                <a:gd name="T6" fmla="*/ 16 w 106"/>
                <a:gd name="T7" fmla="*/ 90 h 106"/>
                <a:gd name="T8" fmla="*/ 0 w 106"/>
                <a:gd name="T9" fmla="*/ 53 h 106"/>
                <a:gd name="T10" fmla="*/ 16 w 106"/>
                <a:gd name="T11" fmla="*/ 16 h 106"/>
                <a:gd name="T12" fmla="*/ 53 w 106"/>
                <a:gd name="T13" fmla="*/ 0 h 106"/>
                <a:gd name="T14" fmla="*/ 90 w 106"/>
                <a:gd name="T15" fmla="*/ 16 h 106"/>
                <a:gd name="T16" fmla="*/ 106 w 106"/>
                <a:gd name="T17" fmla="*/ 5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106">
                  <a:moveTo>
                    <a:pt x="106" y="53"/>
                  </a:moveTo>
                  <a:cubicBezTo>
                    <a:pt x="106" y="67"/>
                    <a:pt x="101" y="79"/>
                    <a:pt x="90" y="90"/>
                  </a:cubicBezTo>
                  <a:cubicBezTo>
                    <a:pt x="79" y="101"/>
                    <a:pt x="67" y="106"/>
                    <a:pt x="53" y="106"/>
                  </a:cubicBezTo>
                  <a:cubicBezTo>
                    <a:pt x="39" y="106"/>
                    <a:pt x="27" y="101"/>
                    <a:pt x="16" y="90"/>
                  </a:cubicBezTo>
                  <a:cubicBezTo>
                    <a:pt x="5" y="79"/>
                    <a:pt x="0" y="67"/>
                    <a:pt x="0" y="53"/>
                  </a:cubicBezTo>
                  <a:cubicBezTo>
                    <a:pt x="0" y="39"/>
                    <a:pt x="5" y="27"/>
                    <a:pt x="16" y="16"/>
                  </a:cubicBezTo>
                  <a:cubicBezTo>
                    <a:pt x="27" y="5"/>
                    <a:pt x="39" y="0"/>
                    <a:pt x="53" y="0"/>
                  </a:cubicBezTo>
                  <a:cubicBezTo>
                    <a:pt x="67" y="0"/>
                    <a:pt x="79" y="5"/>
                    <a:pt x="90" y="16"/>
                  </a:cubicBezTo>
                  <a:cubicBezTo>
                    <a:pt x="101" y="27"/>
                    <a:pt x="106" y="39"/>
                    <a:pt x="106" y="53"/>
                  </a:cubicBezTo>
                  <a:close/>
                </a:path>
              </a:pathLst>
            </a:custGeom>
            <a:solidFill>
              <a:srgbClr val="33333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60" name="Freeform 21">
              <a:extLst>
                <a:ext uri="{FF2B5EF4-FFF2-40B4-BE49-F238E27FC236}">
                  <a16:creationId xmlns:a16="http://schemas.microsoft.com/office/drawing/2014/main" id="{BB166D2A-8EDE-40DF-A3A5-0CFACB7D2A9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06783" y="3054638"/>
              <a:ext cx="52784" cy="50673"/>
            </a:xfrm>
            <a:custGeom>
              <a:avLst/>
              <a:gdLst>
                <a:gd name="T0" fmla="*/ 106 w 106"/>
                <a:gd name="T1" fmla="*/ 53 h 106"/>
                <a:gd name="T2" fmla="*/ 90 w 106"/>
                <a:gd name="T3" fmla="*/ 90 h 106"/>
                <a:gd name="T4" fmla="*/ 53 w 106"/>
                <a:gd name="T5" fmla="*/ 106 h 106"/>
                <a:gd name="T6" fmla="*/ 16 w 106"/>
                <a:gd name="T7" fmla="*/ 90 h 106"/>
                <a:gd name="T8" fmla="*/ 0 w 106"/>
                <a:gd name="T9" fmla="*/ 53 h 106"/>
                <a:gd name="T10" fmla="*/ 16 w 106"/>
                <a:gd name="T11" fmla="*/ 16 h 106"/>
                <a:gd name="T12" fmla="*/ 53 w 106"/>
                <a:gd name="T13" fmla="*/ 0 h 106"/>
                <a:gd name="T14" fmla="*/ 90 w 106"/>
                <a:gd name="T15" fmla="*/ 16 h 106"/>
                <a:gd name="T16" fmla="*/ 106 w 106"/>
                <a:gd name="T17" fmla="*/ 5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106">
                  <a:moveTo>
                    <a:pt x="106" y="53"/>
                  </a:moveTo>
                  <a:cubicBezTo>
                    <a:pt x="106" y="67"/>
                    <a:pt x="101" y="79"/>
                    <a:pt x="90" y="90"/>
                  </a:cubicBezTo>
                  <a:cubicBezTo>
                    <a:pt x="79" y="101"/>
                    <a:pt x="67" y="106"/>
                    <a:pt x="53" y="106"/>
                  </a:cubicBezTo>
                  <a:cubicBezTo>
                    <a:pt x="39" y="106"/>
                    <a:pt x="27" y="101"/>
                    <a:pt x="16" y="90"/>
                  </a:cubicBezTo>
                  <a:cubicBezTo>
                    <a:pt x="5" y="79"/>
                    <a:pt x="0" y="67"/>
                    <a:pt x="0" y="53"/>
                  </a:cubicBezTo>
                  <a:cubicBezTo>
                    <a:pt x="0" y="39"/>
                    <a:pt x="5" y="27"/>
                    <a:pt x="16" y="16"/>
                  </a:cubicBezTo>
                  <a:cubicBezTo>
                    <a:pt x="27" y="5"/>
                    <a:pt x="39" y="0"/>
                    <a:pt x="53" y="0"/>
                  </a:cubicBezTo>
                  <a:cubicBezTo>
                    <a:pt x="67" y="0"/>
                    <a:pt x="79" y="5"/>
                    <a:pt x="90" y="16"/>
                  </a:cubicBezTo>
                  <a:cubicBezTo>
                    <a:pt x="101" y="27"/>
                    <a:pt x="106" y="39"/>
                    <a:pt x="106" y="53"/>
                  </a:cubicBezTo>
                  <a:close/>
                </a:path>
              </a:pathLst>
            </a:custGeom>
            <a:solidFill>
              <a:srgbClr val="33333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61" name="Freeform 22">
              <a:extLst>
                <a:ext uri="{FF2B5EF4-FFF2-40B4-BE49-F238E27FC236}">
                  <a16:creationId xmlns:a16="http://schemas.microsoft.com/office/drawing/2014/main" id="{A7E0D8F1-FD72-4F67-9DDA-750CFAADE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5437" y="3054638"/>
              <a:ext cx="50673" cy="50673"/>
            </a:xfrm>
            <a:custGeom>
              <a:avLst/>
              <a:gdLst>
                <a:gd name="T0" fmla="*/ 106 w 106"/>
                <a:gd name="T1" fmla="*/ 53 h 106"/>
                <a:gd name="T2" fmla="*/ 90 w 106"/>
                <a:gd name="T3" fmla="*/ 90 h 106"/>
                <a:gd name="T4" fmla="*/ 53 w 106"/>
                <a:gd name="T5" fmla="*/ 106 h 106"/>
                <a:gd name="T6" fmla="*/ 16 w 106"/>
                <a:gd name="T7" fmla="*/ 90 h 106"/>
                <a:gd name="T8" fmla="*/ 0 w 106"/>
                <a:gd name="T9" fmla="*/ 53 h 106"/>
                <a:gd name="T10" fmla="*/ 16 w 106"/>
                <a:gd name="T11" fmla="*/ 16 h 106"/>
                <a:gd name="T12" fmla="*/ 53 w 106"/>
                <a:gd name="T13" fmla="*/ 0 h 106"/>
                <a:gd name="T14" fmla="*/ 90 w 106"/>
                <a:gd name="T15" fmla="*/ 16 h 106"/>
                <a:gd name="T16" fmla="*/ 106 w 106"/>
                <a:gd name="T17" fmla="*/ 5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106">
                  <a:moveTo>
                    <a:pt x="106" y="53"/>
                  </a:moveTo>
                  <a:cubicBezTo>
                    <a:pt x="106" y="67"/>
                    <a:pt x="101" y="79"/>
                    <a:pt x="90" y="90"/>
                  </a:cubicBezTo>
                  <a:cubicBezTo>
                    <a:pt x="79" y="101"/>
                    <a:pt x="67" y="106"/>
                    <a:pt x="53" y="106"/>
                  </a:cubicBezTo>
                  <a:cubicBezTo>
                    <a:pt x="39" y="106"/>
                    <a:pt x="27" y="101"/>
                    <a:pt x="16" y="90"/>
                  </a:cubicBezTo>
                  <a:cubicBezTo>
                    <a:pt x="5" y="79"/>
                    <a:pt x="0" y="67"/>
                    <a:pt x="0" y="53"/>
                  </a:cubicBezTo>
                  <a:cubicBezTo>
                    <a:pt x="0" y="39"/>
                    <a:pt x="5" y="27"/>
                    <a:pt x="16" y="16"/>
                  </a:cubicBezTo>
                  <a:cubicBezTo>
                    <a:pt x="27" y="5"/>
                    <a:pt x="39" y="0"/>
                    <a:pt x="53" y="0"/>
                  </a:cubicBezTo>
                  <a:cubicBezTo>
                    <a:pt x="67" y="0"/>
                    <a:pt x="79" y="5"/>
                    <a:pt x="90" y="16"/>
                  </a:cubicBezTo>
                  <a:cubicBezTo>
                    <a:pt x="101" y="27"/>
                    <a:pt x="106" y="39"/>
                    <a:pt x="106" y="53"/>
                  </a:cubicBezTo>
                  <a:close/>
                </a:path>
              </a:pathLst>
            </a:custGeom>
            <a:solidFill>
              <a:srgbClr val="33333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19" name="Line 33">
              <a:extLst>
                <a:ext uri="{FF2B5EF4-FFF2-40B4-BE49-F238E27FC236}">
                  <a16:creationId xmlns:a16="http://schemas.microsoft.com/office/drawing/2014/main" id="{B00BCBFF-E465-46FA-9EBB-8837129355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19821" y="1690690"/>
              <a:ext cx="0" cy="31037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20" name="Line 34">
              <a:extLst>
                <a:ext uri="{FF2B5EF4-FFF2-40B4-BE49-F238E27FC236}">
                  <a16:creationId xmlns:a16="http://schemas.microsoft.com/office/drawing/2014/main" id="{E15BD3C6-1611-4F04-AD94-A6AA2AE592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19821" y="3221438"/>
              <a:ext cx="0" cy="30826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21" name="Line 35">
              <a:extLst>
                <a:ext uri="{FF2B5EF4-FFF2-40B4-BE49-F238E27FC236}">
                  <a16:creationId xmlns:a16="http://schemas.microsoft.com/office/drawing/2014/main" id="{E168BCE7-1E4A-423D-A211-25945B8889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65690" y="3221438"/>
              <a:ext cx="154130" cy="26814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22" name="Line 36">
              <a:extLst>
                <a:ext uri="{FF2B5EF4-FFF2-40B4-BE49-F238E27FC236}">
                  <a16:creationId xmlns:a16="http://schemas.microsoft.com/office/drawing/2014/main" id="{FD95DA41-2EED-475B-AAB8-CC304E3647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619821" y="3221438"/>
              <a:ext cx="154130" cy="26814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23" name="Line 37">
              <a:extLst>
                <a:ext uri="{FF2B5EF4-FFF2-40B4-BE49-F238E27FC236}">
                  <a16:creationId xmlns:a16="http://schemas.microsoft.com/office/drawing/2014/main" id="{C85083F8-696F-4330-9F91-0303D3F3FA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93112" y="3219326"/>
              <a:ext cx="0" cy="31037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24" name="Line 38">
              <a:extLst>
                <a:ext uri="{FF2B5EF4-FFF2-40B4-BE49-F238E27FC236}">
                  <a16:creationId xmlns:a16="http://schemas.microsoft.com/office/drawing/2014/main" id="{88CCDACE-9730-4061-871A-6714F20609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38982" y="3221438"/>
              <a:ext cx="154130" cy="2660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25" name="Line 39">
              <a:extLst>
                <a:ext uri="{FF2B5EF4-FFF2-40B4-BE49-F238E27FC236}">
                  <a16:creationId xmlns:a16="http://schemas.microsoft.com/office/drawing/2014/main" id="{CE620E7E-3F72-45A7-988F-57E3B6991F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393112" y="3221438"/>
              <a:ext cx="152019" cy="2660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</p:grpSp>
      <p:grpSp>
        <p:nvGrpSpPr>
          <p:cNvPr id="81" name="グループ化 80"/>
          <p:cNvGrpSpPr/>
          <p:nvPr/>
        </p:nvGrpSpPr>
        <p:grpSpPr>
          <a:xfrm>
            <a:off x="7143968" y="3869593"/>
            <a:ext cx="2973605" cy="1862233"/>
            <a:chOff x="7143968" y="3869593"/>
            <a:chExt cx="2973605" cy="1862233"/>
          </a:xfrm>
        </p:grpSpPr>
        <p:sp>
          <p:nvSpPr>
            <p:cNvPr id="159" name="Line 70">
              <a:extLst>
                <a:ext uri="{FF2B5EF4-FFF2-40B4-BE49-F238E27FC236}">
                  <a16:creationId xmlns:a16="http://schemas.microsoft.com/office/drawing/2014/main" id="{4FCEA33D-00DA-4516-97F7-77FD8015FC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42256" y="4475558"/>
              <a:ext cx="819213" cy="620744"/>
            </a:xfrm>
            <a:prstGeom prst="line">
              <a:avLst/>
            </a:prstGeom>
            <a:noFill/>
            <a:ln w="12700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60" name="Line 71">
              <a:extLst>
                <a:ext uri="{FF2B5EF4-FFF2-40B4-BE49-F238E27FC236}">
                  <a16:creationId xmlns:a16="http://schemas.microsoft.com/office/drawing/2014/main" id="{E99A8752-A10D-4CF6-A8E2-B20983FF35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19822" y="4475558"/>
              <a:ext cx="0" cy="620744"/>
            </a:xfrm>
            <a:prstGeom prst="line">
              <a:avLst/>
            </a:prstGeom>
            <a:noFill/>
            <a:ln w="12700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61" name="Line 72">
              <a:extLst>
                <a:ext uri="{FF2B5EF4-FFF2-40B4-BE49-F238E27FC236}">
                  <a16:creationId xmlns:a16="http://schemas.microsoft.com/office/drawing/2014/main" id="{2B10C391-94C0-4171-8301-AA0C531995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778175" y="4475558"/>
              <a:ext cx="819213" cy="620744"/>
            </a:xfrm>
            <a:prstGeom prst="line">
              <a:avLst/>
            </a:prstGeom>
            <a:noFill/>
            <a:ln w="12700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65" name="Line 76">
              <a:extLst>
                <a:ext uri="{FF2B5EF4-FFF2-40B4-BE49-F238E27FC236}">
                  <a16:creationId xmlns:a16="http://schemas.microsoft.com/office/drawing/2014/main" id="{1D00E7BE-61F5-4AD8-AC29-8CE5A835B8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852864" y="5421455"/>
              <a:ext cx="0" cy="31037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66" name="Line 77">
              <a:extLst>
                <a:ext uri="{FF2B5EF4-FFF2-40B4-BE49-F238E27FC236}">
                  <a16:creationId xmlns:a16="http://schemas.microsoft.com/office/drawing/2014/main" id="{38EC6F27-9B8D-4911-8136-E6F6FFCCC5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98735" y="5421455"/>
              <a:ext cx="154131" cy="268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67" name="Line 78">
              <a:extLst>
                <a:ext uri="{FF2B5EF4-FFF2-40B4-BE49-F238E27FC236}">
                  <a16:creationId xmlns:a16="http://schemas.microsoft.com/office/drawing/2014/main" id="{968F99F2-D6E2-44CD-BE46-CB63A5F0DD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852864" y="5421455"/>
              <a:ext cx="154131" cy="268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68" name="Line 79">
              <a:extLst>
                <a:ext uri="{FF2B5EF4-FFF2-40B4-BE49-F238E27FC236}">
                  <a16:creationId xmlns:a16="http://schemas.microsoft.com/office/drawing/2014/main" id="{3716545B-FDBD-4718-BD53-EE73CBB6C1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99447" y="5419342"/>
              <a:ext cx="0" cy="31037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69" name="Line 80">
              <a:extLst>
                <a:ext uri="{FF2B5EF4-FFF2-40B4-BE49-F238E27FC236}">
                  <a16:creationId xmlns:a16="http://schemas.microsoft.com/office/drawing/2014/main" id="{993F3434-4CD6-47C9-A345-E07D87AC67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47428" y="5419342"/>
              <a:ext cx="152019" cy="2702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70" name="Line 81">
              <a:extLst>
                <a:ext uri="{FF2B5EF4-FFF2-40B4-BE49-F238E27FC236}">
                  <a16:creationId xmlns:a16="http://schemas.microsoft.com/office/drawing/2014/main" id="{AB3F8AD0-4DC3-4B48-B71A-A960FBE9CA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399447" y="5419342"/>
              <a:ext cx="154131" cy="2702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71" name="Line 82">
              <a:extLst>
                <a:ext uri="{FF2B5EF4-FFF2-40B4-BE49-F238E27FC236}">
                  <a16:creationId xmlns:a16="http://schemas.microsoft.com/office/drawing/2014/main" id="{9E903622-3E0C-4D7E-8760-DC9246F839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24044" y="5417232"/>
              <a:ext cx="0" cy="31037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72" name="Line 83">
              <a:extLst>
                <a:ext uri="{FF2B5EF4-FFF2-40B4-BE49-F238E27FC236}">
                  <a16:creationId xmlns:a16="http://schemas.microsoft.com/office/drawing/2014/main" id="{EDC726AF-DC4A-4678-AC66-A3E56D28A6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69915" y="5417232"/>
              <a:ext cx="154131" cy="268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73" name="Line 84">
              <a:extLst>
                <a:ext uri="{FF2B5EF4-FFF2-40B4-BE49-F238E27FC236}">
                  <a16:creationId xmlns:a16="http://schemas.microsoft.com/office/drawing/2014/main" id="{C22335CF-3A33-4012-8F15-D8C6C3DE3F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624044" y="5417232"/>
              <a:ext cx="152019" cy="268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74" name="Line 85">
              <a:extLst>
                <a:ext uri="{FF2B5EF4-FFF2-40B4-BE49-F238E27FC236}">
                  <a16:creationId xmlns:a16="http://schemas.microsoft.com/office/drawing/2014/main" id="{AF4859DA-1E78-4BA3-A5F2-227968E3BA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21934" y="3869593"/>
              <a:ext cx="0" cy="31037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75" name="Rectangle 86">
              <a:extLst>
                <a:ext uri="{FF2B5EF4-FFF2-40B4-BE49-F238E27FC236}">
                  <a16:creationId xmlns:a16="http://schemas.microsoft.com/office/drawing/2014/main" id="{DDB5C6BA-A664-4051-81A5-56ED8E4BA5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0678" y="4190522"/>
              <a:ext cx="528735" cy="368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2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B??</a:t>
              </a:r>
              <a:endPara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76" name="Rectangle 87">
              <a:extLst>
                <a:ext uri="{FF2B5EF4-FFF2-40B4-BE49-F238E27FC236}">
                  <a16:creationId xmlns:a16="http://schemas.microsoft.com/office/drawing/2014/main" id="{8023B0D3-EAC3-4111-80FF-A6957A3373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3968" y="5119527"/>
              <a:ext cx="518075" cy="368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2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A??</a:t>
              </a:r>
              <a:endParaRPr kumimoji="0" lang="ja-JP" altLang="ja-JP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77" name="Rectangle 88">
              <a:extLst>
                <a:ext uri="{FF2B5EF4-FFF2-40B4-BE49-F238E27FC236}">
                  <a16:creationId xmlns:a16="http://schemas.microsoft.com/office/drawing/2014/main" id="{E6D58845-03F6-45D5-B5E5-3390EF2DA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0678" y="5119527"/>
              <a:ext cx="518075" cy="368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2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A??</a:t>
              </a:r>
              <a:endParaRPr kumimoji="0" lang="ja-JP" altLang="ja-JP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78" name="Rectangle 89">
              <a:extLst>
                <a:ext uri="{FF2B5EF4-FFF2-40B4-BE49-F238E27FC236}">
                  <a16:creationId xmlns:a16="http://schemas.microsoft.com/office/drawing/2014/main" id="{9B858536-4863-4C8A-B359-5FA562B91D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9498" y="5119527"/>
              <a:ext cx="518075" cy="368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2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A??</a:t>
              </a:r>
              <a:endParaRPr kumimoji="0" lang="ja-JP" altLang="ja-JP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79" name="Freeform 90">
              <a:extLst>
                <a:ext uri="{FF2B5EF4-FFF2-40B4-BE49-F238E27FC236}">
                  <a16:creationId xmlns:a16="http://schemas.microsoft.com/office/drawing/2014/main" id="{E8FF8FE9-867A-48D9-A0C6-7B7481D7A561}"/>
                </a:ext>
              </a:extLst>
            </p:cNvPr>
            <p:cNvSpPr>
              <a:spLocks/>
            </p:cNvSpPr>
            <p:nvPr/>
          </p:nvSpPr>
          <p:spPr bwMode="auto">
            <a:xfrm>
              <a:off x="8091978" y="5248322"/>
              <a:ext cx="50673" cy="50673"/>
            </a:xfrm>
            <a:custGeom>
              <a:avLst/>
              <a:gdLst>
                <a:gd name="T0" fmla="*/ 106 w 106"/>
                <a:gd name="T1" fmla="*/ 53 h 106"/>
                <a:gd name="T2" fmla="*/ 90 w 106"/>
                <a:gd name="T3" fmla="*/ 90 h 106"/>
                <a:gd name="T4" fmla="*/ 53 w 106"/>
                <a:gd name="T5" fmla="*/ 106 h 106"/>
                <a:gd name="T6" fmla="*/ 16 w 106"/>
                <a:gd name="T7" fmla="*/ 90 h 106"/>
                <a:gd name="T8" fmla="*/ 0 w 106"/>
                <a:gd name="T9" fmla="*/ 53 h 106"/>
                <a:gd name="T10" fmla="*/ 16 w 106"/>
                <a:gd name="T11" fmla="*/ 16 h 106"/>
                <a:gd name="T12" fmla="*/ 53 w 106"/>
                <a:gd name="T13" fmla="*/ 0 h 106"/>
                <a:gd name="T14" fmla="*/ 90 w 106"/>
                <a:gd name="T15" fmla="*/ 16 h 106"/>
                <a:gd name="T16" fmla="*/ 106 w 106"/>
                <a:gd name="T17" fmla="*/ 5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106">
                  <a:moveTo>
                    <a:pt x="106" y="53"/>
                  </a:moveTo>
                  <a:cubicBezTo>
                    <a:pt x="106" y="67"/>
                    <a:pt x="101" y="79"/>
                    <a:pt x="90" y="90"/>
                  </a:cubicBezTo>
                  <a:cubicBezTo>
                    <a:pt x="79" y="101"/>
                    <a:pt x="67" y="106"/>
                    <a:pt x="53" y="106"/>
                  </a:cubicBezTo>
                  <a:cubicBezTo>
                    <a:pt x="39" y="106"/>
                    <a:pt x="27" y="101"/>
                    <a:pt x="16" y="90"/>
                  </a:cubicBezTo>
                  <a:cubicBezTo>
                    <a:pt x="5" y="79"/>
                    <a:pt x="0" y="67"/>
                    <a:pt x="0" y="53"/>
                  </a:cubicBezTo>
                  <a:cubicBezTo>
                    <a:pt x="0" y="39"/>
                    <a:pt x="5" y="27"/>
                    <a:pt x="16" y="16"/>
                  </a:cubicBezTo>
                  <a:cubicBezTo>
                    <a:pt x="27" y="5"/>
                    <a:pt x="39" y="0"/>
                    <a:pt x="53" y="0"/>
                  </a:cubicBezTo>
                  <a:cubicBezTo>
                    <a:pt x="67" y="0"/>
                    <a:pt x="79" y="5"/>
                    <a:pt x="90" y="16"/>
                  </a:cubicBezTo>
                  <a:cubicBezTo>
                    <a:pt x="101" y="27"/>
                    <a:pt x="106" y="39"/>
                    <a:pt x="106" y="53"/>
                  </a:cubicBezTo>
                  <a:close/>
                </a:path>
              </a:pathLst>
            </a:custGeom>
            <a:solidFill>
              <a:srgbClr val="33333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80" name="Freeform 91">
              <a:extLst>
                <a:ext uri="{FF2B5EF4-FFF2-40B4-BE49-F238E27FC236}">
                  <a16:creationId xmlns:a16="http://schemas.microsoft.com/office/drawing/2014/main" id="{8E4B41D4-7F26-400A-B9B3-7E20D541707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0632" y="5248322"/>
              <a:ext cx="50673" cy="50673"/>
            </a:xfrm>
            <a:custGeom>
              <a:avLst/>
              <a:gdLst>
                <a:gd name="T0" fmla="*/ 106 w 106"/>
                <a:gd name="T1" fmla="*/ 53 h 106"/>
                <a:gd name="T2" fmla="*/ 90 w 106"/>
                <a:gd name="T3" fmla="*/ 90 h 106"/>
                <a:gd name="T4" fmla="*/ 53 w 106"/>
                <a:gd name="T5" fmla="*/ 106 h 106"/>
                <a:gd name="T6" fmla="*/ 16 w 106"/>
                <a:gd name="T7" fmla="*/ 90 h 106"/>
                <a:gd name="T8" fmla="*/ 0 w 106"/>
                <a:gd name="T9" fmla="*/ 53 h 106"/>
                <a:gd name="T10" fmla="*/ 16 w 106"/>
                <a:gd name="T11" fmla="*/ 16 h 106"/>
                <a:gd name="T12" fmla="*/ 53 w 106"/>
                <a:gd name="T13" fmla="*/ 0 h 106"/>
                <a:gd name="T14" fmla="*/ 90 w 106"/>
                <a:gd name="T15" fmla="*/ 16 h 106"/>
                <a:gd name="T16" fmla="*/ 106 w 106"/>
                <a:gd name="T17" fmla="*/ 5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106">
                  <a:moveTo>
                    <a:pt x="106" y="53"/>
                  </a:moveTo>
                  <a:cubicBezTo>
                    <a:pt x="106" y="67"/>
                    <a:pt x="101" y="79"/>
                    <a:pt x="90" y="90"/>
                  </a:cubicBezTo>
                  <a:cubicBezTo>
                    <a:pt x="79" y="101"/>
                    <a:pt x="67" y="106"/>
                    <a:pt x="53" y="106"/>
                  </a:cubicBezTo>
                  <a:cubicBezTo>
                    <a:pt x="39" y="106"/>
                    <a:pt x="27" y="101"/>
                    <a:pt x="16" y="90"/>
                  </a:cubicBezTo>
                  <a:cubicBezTo>
                    <a:pt x="5" y="79"/>
                    <a:pt x="0" y="67"/>
                    <a:pt x="0" y="53"/>
                  </a:cubicBezTo>
                  <a:cubicBezTo>
                    <a:pt x="0" y="39"/>
                    <a:pt x="5" y="27"/>
                    <a:pt x="16" y="16"/>
                  </a:cubicBezTo>
                  <a:cubicBezTo>
                    <a:pt x="27" y="5"/>
                    <a:pt x="39" y="0"/>
                    <a:pt x="53" y="0"/>
                  </a:cubicBezTo>
                  <a:cubicBezTo>
                    <a:pt x="67" y="0"/>
                    <a:pt x="79" y="5"/>
                    <a:pt x="90" y="16"/>
                  </a:cubicBezTo>
                  <a:cubicBezTo>
                    <a:pt x="101" y="27"/>
                    <a:pt x="106" y="39"/>
                    <a:pt x="106" y="53"/>
                  </a:cubicBezTo>
                  <a:close/>
                </a:path>
              </a:pathLst>
            </a:custGeom>
            <a:solidFill>
              <a:srgbClr val="33333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81" name="Freeform 92">
              <a:extLst>
                <a:ext uri="{FF2B5EF4-FFF2-40B4-BE49-F238E27FC236}">
                  <a16:creationId xmlns:a16="http://schemas.microsoft.com/office/drawing/2014/main" id="{1FE3D86B-339F-4210-AED0-636AEAABE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7175" y="5248322"/>
              <a:ext cx="52785" cy="50673"/>
            </a:xfrm>
            <a:custGeom>
              <a:avLst/>
              <a:gdLst>
                <a:gd name="T0" fmla="*/ 106 w 106"/>
                <a:gd name="T1" fmla="*/ 53 h 106"/>
                <a:gd name="T2" fmla="*/ 90 w 106"/>
                <a:gd name="T3" fmla="*/ 90 h 106"/>
                <a:gd name="T4" fmla="*/ 53 w 106"/>
                <a:gd name="T5" fmla="*/ 106 h 106"/>
                <a:gd name="T6" fmla="*/ 16 w 106"/>
                <a:gd name="T7" fmla="*/ 90 h 106"/>
                <a:gd name="T8" fmla="*/ 0 w 106"/>
                <a:gd name="T9" fmla="*/ 53 h 106"/>
                <a:gd name="T10" fmla="*/ 16 w 106"/>
                <a:gd name="T11" fmla="*/ 16 h 106"/>
                <a:gd name="T12" fmla="*/ 53 w 106"/>
                <a:gd name="T13" fmla="*/ 0 h 106"/>
                <a:gd name="T14" fmla="*/ 90 w 106"/>
                <a:gd name="T15" fmla="*/ 16 h 106"/>
                <a:gd name="T16" fmla="*/ 106 w 106"/>
                <a:gd name="T17" fmla="*/ 5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106">
                  <a:moveTo>
                    <a:pt x="106" y="53"/>
                  </a:moveTo>
                  <a:cubicBezTo>
                    <a:pt x="106" y="67"/>
                    <a:pt x="101" y="79"/>
                    <a:pt x="90" y="90"/>
                  </a:cubicBezTo>
                  <a:cubicBezTo>
                    <a:pt x="79" y="101"/>
                    <a:pt x="67" y="106"/>
                    <a:pt x="53" y="106"/>
                  </a:cubicBezTo>
                  <a:cubicBezTo>
                    <a:pt x="39" y="106"/>
                    <a:pt x="27" y="101"/>
                    <a:pt x="16" y="90"/>
                  </a:cubicBezTo>
                  <a:cubicBezTo>
                    <a:pt x="5" y="79"/>
                    <a:pt x="0" y="67"/>
                    <a:pt x="0" y="53"/>
                  </a:cubicBezTo>
                  <a:cubicBezTo>
                    <a:pt x="0" y="39"/>
                    <a:pt x="5" y="27"/>
                    <a:pt x="16" y="16"/>
                  </a:cubicBezTo>
                  <a:cubicBezTo>
                    <a:pt x="27" y="5"/>
                    <a:pt x="39" y="0"/>
                    <a:pt x="53" y="0"/>
                  </a:cubicBezTo>
                  <a:cubicBezTo>
                    <a:pt x="67" y="0"/>
                    <a:pt x="79" y="5"/>
                    <a:pt x="90" y="16"/>
                  </a:cubicBezTo>
                  <a:cubicBezTo>
                    <a:pt x="101" y="27"/>
                    <a:pt x="106" y="39"/>
                    <a:pt x="106" y="53"/>
                  </a:cubicBezTo>
                  <a:close/>
                </a:path>
              </a:pathLst>
            </a:custGeom>
            <a:solidFill>
              <a:srgbClr val="33333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82" name="Freeform 93">
              <a:extLst>
                <a:ext uri="{FF2B5EF4-FFF2-40B4-BE49-F238E27FC236}">
                  <a16:creationId xmlns:a16="http://schemas.microsoft.com/office/drawing/2014/main" id="{8A3B2836-58BA-45E3-8346-275C4E8AF851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2352" y="5248322"/>
              <a:ext cx="50673" cy="50673"/>
            </a:xfrm>
            <a:custGeom>
              <a:avLst/>
              <a:gdLst>
                <a:gd name="T0" fmla="*/ 106 w 106"/>
                <a:gd name="T1" fmla="*/ 53 h 106"/>
                <a:gd name="T2" fmla="*/ 90 w 106"/>
                <a:gd name="T3" fmla="*/ 90 h 106"/>
                <a:gd name="T4" fmla="*/ 53 w 106"/>
                <a:gd name="T5" fmla="*/ 106 h 106"/>
                <a:gd name="T6" fmla="*/ 16 w 106"/>
                <a:gd name="T7" fmla="*/ 90 h 106"/>
                <a:gd name="T8" fmla="*/ 0 w 106"/>
                <a:gd name="T9" fmla="*/ 53 h 106"/>
                <a:gd name="T10" fmla="*/ 16 w 106"/>
                <a:gd name="T11" fmla="*/ 16 h 106"/>
                <a:gd name="T12" fmla="*/ 53 w 106"/>
                <a:gd name="T13" fmla="*/ 0 h 106"/>
                <a:gd name="T14" fmla="*/ 90 w 106"/>
                <a:gd name="T15" fmla="*/ 16 h 106"/>
                <a:gd name="T16" fmla="*/ 106 w 106"/>
                <a:gd name="T17" fmla="*/ 5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106">
                  <a:moveTo>
                    <a:pt x="106" y="53"/>
                  </a:moveTo>
                  <a:cubicBezTo>
                    <a:pt x="106" y="67"/>
                    <a:pt x="101" y="79"/>
                    <a:pt x="90" y="90"/>
                  </a:cubicBezTo>
                  <a:cubicBezTo>
                    <a:pt x="79" y="101"/>
                    <a:pt x="67" y="106"/>
                    <a:pt x="53" y="106"/>
                  </a:cubicBezTo>
                  <a:cubicBezTo>
                    <a:pt x="39" y="106"/>
                    <a:pt x="27" y="101"/>
                    <a:pt x="16" y="90"/>
                  </a:cubicBezTo>
                  <a:cubicBezTo>
                    <a:pt x="5" y="79"/>
                    <a:pt x="0" y="67"/>
                    <a:pt x="0" y="53"/>
                  </a:cubicBezTo>
                  <a:cubicBezTo>
                    <a:pt x="0" y="39"/>
                    <a:pt x="5" y="27"/>
                    <a:pt x="16" y="16"/>
                  </a:cubicBezTo>
                  <a:cubicBezTo>
                    <a:pt x="27" y="5"/>
                    <a:pt x="39" y="0"/>
                    <a:pt x="53" y="0"/>
                  </a:cubicBezTo>
                  <a:cubicBezTo>
                    <a:pt x="67" y="0"/>
                    <a:pt x="79" y="5"/>
                    <a:pt x="90" y="16"/>
                  </a:cubicBezTo>
                  <a:cubicBezTo>
                    <a:pt x="101" y="27"/>
                    <a:pt x="106" y="39"/>
                    <a:pt x="106" y="53"/>
                  </a:cubicBezTo>
                  <a:close/>
                </a:path>
              </a:pathLst>
            </a:custGeom>
            <a:solidFill>
              <a:srgbClr val="33333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83" name="Freeform 94">
              <a:extLst>
                <a:ext uri="{FF2B5EF4-FFF2-40B4-BE49-F238E27FC236}">
                  <a16:creationId xmlns:a16="http://schemas.microsoft.com/office/drawing/2014/main" id="{86AD5329-4E55-4A1D-ADDF-F01D89D304D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08896" y="5248322"/>
              <a:ext cx="52785" cy="50673"/>
            </a:xfrm>
            <a:custGeom>
              <a:avLst/>
              <a:gdLst>
                <a:gd name="T0" fmla="*/ 106 w 106"/>
                <a:gd name="T1" fmla="*/ 53 h 106"/>
                <a:gd name="T2" fmla="*/ 90 w 106"/>
                <a:gd name="T3" fmla="*/ 90 h 106"/>
                <a:gd name="T4" fmla="*/ 53 w 106"/>
                <a:gd name="T5" fmla="*/ 106 h 106"/>
                <a:gd name="T6" fmla="*/ 16 w 106"/>
                <a:gd name="T7" fmla="*/ 90 h 106"/>
                <a:gd name="T8" fmla="*/ 0 w 106"/>
                <a:gd name="T9" fmla="*/ 53 h 106"/>
                <a:gd name="T10" fmla="*/ 16 w 106"/>
                <a:gd name="T11" fmla="*/ 16 h 106"/>
                <a:gd name="T12" fmla="*/ 53 w 106"/>
                <a:gd name="T13" fmla="*/ 0 h 106"/>
                <a:gd name="T14" fmla="*/ 90 w 106"/>
                <a:gd name="T15" fmla="*/ 16 h 106"/>
                <a:gd name="T16" fmla="*/ 106 w 106"/>
                <a:gd name="T17" fmla="*/ 5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106">
                  <a:moveTo>
                    <a:pt x="106" y="53"/>
                  </a:moveTo>
                  <a:cubicBezTo>
                    <a:pt x="106" y="67"/>
                    <a:pt x="101" y="79"/>
                    <a:pt x="90" y="90"/>
                  </a:cubicBezTo>
                  <a:cubicBezTo>
                    <a:pt x="79" y="101"/>
                    <a:pt x="67" y="106"/>
                    <a:pt x="53" y="106"/>
                  </a:cubicBezTo>
                  <a:cubicBezTo>
                    <a:pt x="39" y="106"/>
                    <a:pt x="27" y="101"/>
                    <a:pt x="16" y="90"/>
                  </a:cubicBezTo>
                  <a:cubicBezTo>
                    <a:pt x="5" y="79"/>
                    <a:pt x="0" y="67"/>
                    <a:pt x="0" y="53"/>
                  </a:cubicBezTo>
                  <a:cubicBezTo>
                    <a:pt x="0" y="39"/>
                    <a:pt x="5" y="27"/>
                    <a:pt x="16" y="16"/>
                  </a:cubicBezTo>
                  <a:cubicBezTo>
                    <a:pt x="27" y="5"/>
                    <a:pt x="39" y="0"/>
                    <a:pt x="53" y="0"/>
                  </a:cubicBezTo>
                  <a:cubicBezTo>
                    <a:pt x="67" y="0"/>
                    <a:pt x="79" y="5"/>
                    <a:pt x="90" y="16"/>
                  </a:cubicBezTo>
                  <a:cubicBezTo>
                    <a:pt x="101" y="27"/>
                    <a:pt x="106" y="39"/>
                    <a:pt x="106" y="53"/>
                  </a:cubicBezTo>
                  <a:close/>
                </a:path>
              </a:pathLst>
            </a:custGeom>
            <a:solidFill>
              <a:srgbClr val="33333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84" name="Freeform 95">
              <a:extLst>
                <a:ext uri="{FF2B5EF4-FFF2-40B4-BE49-F238E27FC236}">
                  <a16:creationId xmlns:a16="http://schemas.microsoft.com/office/drawing/2014/main" id="{C6799B26-2235-4E58-9B5F-2F11DAD81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7550" y="5248322"/>
              <a:ext cx="50673" cy="50673"/>
            </a:xfrm>
            <a:custGeom>
              <a:avLst/>
              <a:gdLst>
                <a:gd name="T0" fmla="*/ 106 w 106"/>
                <a:gd name="T1" fmla="*/ 53 h 106"/>
                <a:gd name="T2" fmla="*/ 90 w 106"/>
                <a:gd name="T3" fmla="*/ 90 h 106"/>
                <a:gd name="T4" fmla="*/ 53 w 106"/>
                <a:gd name="T5" fmla="*/ 106 h 106"/>
                <a:gd name="T6" fmla="*/ 16 w 106"/>
                <a:gd name="T7" fmla="*/ 90 h 106"/>
                <a:gd name="T8" fmla="*/ 0 w 106"/>
                <a:gd name="T9" fmla="*/ 53 h 106"/>
                <a:gd name="T10" fmla="*/ 16 w 106"/>
                <a:gd name="T11" fmla="*/ 16 h 106"/>
                <a:gd name="T12" fmla="*/ 53 w 106"/>
                <a:gd name="T13" fmla="*/ 0 h 106"/>
                <a:gd name="T14" fmla="*/ 90 w 106"/>
                <a:gd name="T15" fmla="*/ 16 h 106"/>
                <a:gd name="T16" fmla="*/ 106 w 106"/>
                <a:gd name="T17" fmla="*/ 5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106">
                  <a:moveTo>
                    <a:pt x="106" y="53"/>
                  </a:moveTo>
                  <a:cubicBezTo>
                    <a:pt x="106" y="67"/>
                    <a:pt x="101" y="79"/>
                    <a:pt x="90" y="90"/>
                  </a:cubicBezTo>
                  <a:cubicBezTo>
                    <a:pt x="79" y="101"/>
                    <a:pt x="67" y="106"/>
                    <a:pt x="53" y="106"/>
                  </a:cubicBezTo>
                  <a:cubicBezTo>
                    <a:pt x="39" y="106"/>
                    <a:pt x="27" y="101"/>
                    <a:pt x="16" y="90"/>
                  </a:cubicBezTo>
                  <a:cubicBezTo>
                    <a:pt x="5" y="79"/>
                    <a:pt x="0" y="67"/>
                    <a:pt x="0" y="53"/>
                  </a:cubicBezTo>
                  <a:cubicBezTo>
                    <a:pt x="0" y="39"/>
                    <a:pt x="5" y="27"/>
                    <a:pt x="16" y="16"/>
                  </a:cubicBezTo>
                  <a:cubicBezTo>
                    <a:pt x="27" y="5"/>
                    <a:pt x="39" y="0"/>
                    <a:pt x="53" y="0"/>
                  </a:cubicBezTo>
                  <a:cubicBezTo>
                    <a:pt x="67" y="0"/>
                    <a:pt x="79" y="5"/>
                    <a:pt x="90" y="16"/>
                  </a:cubicBezTo>
                  <a:cubicBezTo>
                    <a:pt x="101" y="27"/>
                    <a:pt x="106" y="39"/>
                    <a:pt x="106" y="53"/>
                  </a:cubicBezTo>
                  <a:close/>
                </a:path>
              </a:pathLst>
            </a:custGeom>
            <a:solidFill>
              <a:srgbClr val="33333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</p:grpSp>
      <p:grpSp>
        <p:nvGrpSpPr>
          <p:cNvPr id="79" name="グループ化 78"/>
          <p:cNvGrpSpPr/>
          <p:nvPr/>
        </p:nvGrpSpPr>
        <p:grpSpPr>
          <a:xfrm>
            <a:off x="7735156" y="4137738"/>
            <a:ext cx="1710214" cy="795988"/>
            <a:chOff x="7735156" y="4137738"/>
            <a:chExt cx="1710214" cy="795988"/>
          </a:xfrm>
        </p:grpSpPr>
        <p:sp>
          <p:nvSpPr>
            <p:cNvPr id="156" name="Freeform 67">
              <a:extLst>
                <a:ext uri="{FF2B5EF4-FFF2-40B4-BE49-F238E27FC236}">
                  <a16:creationId xmlns:a16="http://schemas.microsoft.com/office/drawing/2014/main" id="{9DFD50ED-03B1-46D7-952C-90FF8682C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13276" y="4676138"/>
              <a:ext cx="168910" cy="154130"/>
            </a:xfrm>
            <a:custGeom>
              <a:avLst/>
              <a:gdLst>
                <a:gd name="T0" fmla="*/ 349 w 349"/>
                <a:gd name="T1" fmla="*/ 0 h 317"/>
                <a:gd name="T2" fmla="*/ 0 w 349"/>
                <a:gd name="T3" fmla="*/ 63 h 317"/>
                <a:gd name="T4" fmla="*/ 159 w 349"/>
                <a:gd name="T5" fmla="*/ 142 h 317"/>
                <a:gd name="T6" fmla="*/ 191 w 349"/>
                <a:gd name="T7" fmla="*/ 317 h 317"/>
                <a:gd name="T8" fmla="*/ 349 w 349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9" h="317">
                  <a:moveTo>
                    <a:pt x="349" y="0"/>
                  </a:moveTo>
                  <a:lnTo>
                    <a:pt x="0" y="63"/>
                  </a:lnTo>
                  <a:lnTo>
                    <a:pt x="159" y="142"/>
                  </a:lnTo>
                  <a:lnTo>
                    <a:pt x="191" y="317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57" name="Freeform 68">
              <a:extLst>
                <a:ext uri="{FF2B5EF4-FFF2-40B4-BE49-F238E27FC236}">
                  <a16:creationId xmlns:a16="http://schemas.microsoft.com/office/drawing/2014/main" id="{8B79123B-E5F3-41A5-957A-EBE0551BC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9202561" y="4648691"/>
              <a:ext cx="166799" cy="154130"/>
            </a:xfrm>
            <a:custGeom>
              <a:avLst/>
              <a:gdLst>
                <a:gd name="T0" fmla="*/ 347 w 347"/>
                <a:gd name="T1" fmla="*/ 63 h 317"/>
                <a:gd name="T2" fmla="*/ 0 w 347"/>
                <a:gd name="T3" fmla="*/ 0 h 317"/>
                <a:gd name="T4" fmla="*/ 158 w 347"/>
                <a:gd name="T5" fmla="*/ 317 h 317"/>
                <a:gd name="T6" fmla="*/ 190 w 347"/>
                <a:gd name="T7" fmla="*/ 143 h 317"/>
                <a:gd name="T8" fmla="*/ 347 w 347"/>
                <a:gd name="T9" fmla="*/ 63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17">
                  <a:moveTo>
                    <a:pt x="347" y="63"/>
                  </a:moveTo>
                  <a:lnTo>
                    <a:pt x="0" y="0"/>
                  </a:lnTo>
                  <a:lnTo>
                    <a:pt x="158" y="317"/>
                  </a:lnTo>
                  <a:lnTo>
                    <a:pt x="190" y="143"/>
                  </a:lnTo>
                  <a:lnTo>
                    <a:pt x="347" y="63"/>
                  </a:lnTo>
                  <a:close/>
                </a:path>
              </a:pathLst>
            </a:custGeom>
            <a:solidFill>
              <a:srgbClr val="FF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58" name="Freeform 69">
              <a:extLst>
                <a:ext uri="{FF2B5EF4-FFF2-40B4-BE49-F238E27FC236}">
                  <a16:creationId xmlns:a16="http://schemas.microsoft.com/office/drawing/2014/main" id="{DE1FC434-AA39-4126-B27C-57E9CDC2A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438243" y="4625465"/>
              <a:ext cx="152019" cy="154130"/>
            </a:xfrm>
            <a:custGeom>
              <a:avLst/>
              <a:gdLst>
                <a:gd name="T0" fmla="*/ 159 w 318"/>
                <a:gd name="T1" fmla="*/ 238 h 317"/>
                <a:gd name="T2" fmla="*/ 318 w 318"/>
                <a:gd name="T3" fmla="*/ 317 h 317"/>
                <a:gd name="T4" fmla="*/ 159 w 318"/>
                <a:gd name="T5" fmla="*/ 0 h 317"/>
                <a:gd name="T6" fmla="*/ 0 w 318"/>
                <a:gd name="T7" fmla="*/ 317 h 317"/>
                <a:gd name="T8" fmla="*/ 159 w 318"/>
                <a:gd name="T9" fmla="*/ 238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8" h="317">
                  <a:moveTo>
                    <a:pt x="159" y="238"/>
                  </a:moveTo>
                  <a:lnTo>
                    <a:pt x="318" y="317"/>
                  </a:lnTo>
                  <a:lnTo>
                    <a:pt x="159" y="0"/>
                  </a:lnTo>
                  <a:lnTo>
                    <a:pt x="0" y="317"/>
                  </a:lnTo>
                  <a:lnTo>
                    <a:pt x="159" y="238"/>
                  </a:lnTo>
                  <a:close/>
                </a:path>
              </a:pathLst>
            </a:custGeom>
            <a:solidFill>
              <a:srgbClr val="FF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62" name="Line 73">
              <a:extLst>
                <a:ext uri="{FF2B5EF4-FFF2-40B4-BE49-F238E27FC236}">
                  <a16:creationId xmlns:a16="http://schemas.microsoft.com/office/drawing/2014/main" id="{BC4AE3FA-DC73-4EF5-95F1-E6156B3410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293351" y="4718366"/>
              <a:ext cx="152019" cy="11612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63" name="Line 74">
              <a:extLst>
                <a:ext uri="{FF2B5EF4-FFF2-40B4-BE49-F238E27FC236}">
                  <a16:creationId xmlns:a16="http://schemas.microsoft.com/office/drawing/2014/main" id="{AB96F4C5-E634-498F-A2AD-C25DC8330D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35156" y="4743702"/>
              <a:ext cx="154131" cy="11823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64" name="Line 75">
              <a:extLst>
                <a:ext uri="{FF2B5EF4-FFF2-40B4-BE49-F238E27FC236}">
                  <a16:creationId xmlns:a16="http://schemas.microsoft.com/office/drawing/2014/main" id="{727F9597-5510-41F4-8262-AFB0904AE8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514253" y="4741592"/>
              <a:ext cx="0" cy="19213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85" name="Freeform 96">
              <a:extLst>
                <a:ext uri="{FF2B5EF4-FFF2-40B4-BE49-F238E27FC236}">
                  <a16:creationId xmlns:a16="http://schemas.microsoft.com/office/drawing/2014/main" id="{A2A06B09-1496-4E67-9463-07E60A823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7130" y="4137738"/>
              <a:ext cx="407496" cy="413830"/>
            </a:xfrm>
            <a:custGeom>
              <a:avLst/>
              <a:gdLst>
                <a:gd name="T0" fmla="*/ 423 w 846"/>
                <a:gd name="T1" fmla="*/ 0 h 846"/>
                <a:gd name="T2" fmla="*/ 123 w 846"/>
                <a:gd name="T3" fmla="*/ 123 h 846"/>
                <a:gd name="T4" fmla="*/ 0 w 846"/>
                <a:gd name="T5" fmla="*/ 423 h 846"/>
                <a:gd name="T6" fmla="*/ 123 w 846"/>
                <a:gd name="T7" fmla="*/ 723 h 846"/>
                <a:gd name="T8" fmla="*/ 423 w 846"/>
                <a:gd name="T9" fmla="*/ 846 h 846"/>
                <a:gd name="T10" fmla="*/ 723 w 846"/>
                <a:gd name="T11" fmla="*/ 723 h 846"/>
                <a:gd name="T12" fmla="*/ 846 w 846"/>
                <a:gd name="T13" fmla="*/ 423 h 846"/>
                <a:gd name="T14" fmla="*/ 723 w 846"/>
                <a:gd name="T15" fmla="*/ 123 h 846"/>
                <a:gd name="T16" fmla="*/ 423 w 846"/>
                <a:gd name="T17" fmla="*/ 0 h 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46" h="846">
                  <a:moveTo>
                    <a:pt x="423" y="0"/>
                  </a:moveTo>
                  <a:cubicBezTo>
                    <a:pt x="307" y="0"/>
                    <a:pt x="206" y="40"/>
                    <a:pt x="123" y="123"/>
                  </a:cubicBezTo>
                  <a:cubicBezTo>
                    <a:pt x="40" y="206"/>
                    <a:pt x="0" y="307"/>
                    <a:pt x="0" y="423"/>
                  </a:cubicBezTo>
                  <a:cubicBezTo>
                    <a:pt x="0" y="539"/>
                    <a:pt x="40" y="640"/>
                    <a:pt x="123" y="723"/>
                  </a:cubicBezTo>
                  <a:cubicBezTo>
                    <a:pt x="206" y="806"/>
                    <a:pt x="307" y="846"/>
                    <a:pt x="423" y="846"/>
                  </a:cubicBezTo>
                  <a:cubicBezTo>
                    <a:pt x="539" y="846"/>
                    <a:pt x="640" y="806"/>
                    <a:pt x="723" y="723"/>
                  </a:cubicBezTo>
                  <a:cubicBezTo>
                    <a:pt x="806" y="640"/>
                    <a:pt x="846" y="539"/>
                    <a:pt x="846" y="423"/>
                  </a:cubicBezTo>
                  <a:cubicBezTo>
                    <a:pt x="846" y="307"/>
                    <a:pt x="806" y="206"/>
                    <a:pt x="723" y="123"/>
                  </a:cubicBezTo>
                  <a:cubicBezTo>
                    <a:pt x="640" y="40"/>
                    <a:pt x="539" y="0"/>
                    <a:pt x="423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</p:grpSp>
      <p:grpSp>
        <p:nvGrpSpPr>
          <p:cNvPr id="80" name="グループ化 79"/>
          <p:cNvGrpSpPr/>
          <p:nvPr/>
        </p:nvGrpSpPr>
        <p:grpSpPr>
          <a:xfrm>
            <a:off x="7188309" y="5066743"/>
            <a:ext cx="2865137" cy="413830"/>
            <a:chOff x="7188309" y="5066743"/>
            <a:chExt cx="2865137" cy="413830"/>
          </a:xfrm>
        </p:grpSpPr>
        <p:sp>
          <p:nvSpPr>
            <p:cNvPr id="186" name="Freeform 97">
              <a:extLst>
                <a:ext uri="{FF2B5EF4-FFF2-40B4-BE49-F238E27FC236}">
                  <a16:creationId xmlns:a16="http://schemas.microsoft.com/office/drawing/2014/main" id="{2D44723B-98AC-406D-A1C6-86907B918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8309" y="5066743"/>
              <a:ext cx="409607" cy="413830"/>
            </a:xfrm>
            <a:custGeom>
              <a:avLst/>
              <a:gdLst>
                <a:gd name="T0" fmla="*/ 423 w 846"/>
                <a:gd name="T1" fmla="*/ 0 h 846"/>
                <a:gd name="T2" fmla="*/ 123 w 846"/>
                <a:gd name="T3" fmla="*/ 123 h 846"/>
                <a:gd name="T4" fmla="*/ 0 w 846"/>
                <a:gd name="T5" fmla="*/ 423 h 846"/>
                <a:gd name="T6" fmla="*/ 123 w 846"/>
                <a:gd name="T7" fmla="*/ 723 h 846"/>
                <a:gd name="T8" fmla="*/ 423 w 846"/>
                <a:gd name="T9" fmla="*/ 846 h 846"/>
                <a:gd name="T10" fmla="*/ 723 w 846"/>
                <a:gd name="T11" fmla="*/ 723 h 846"/>
                <a:gd name="T12" fmla="*/ 846 w 846"/>
                <a:gd name="T13" fmla="*/ 423 h 846"/>
                <a:gd name="T14" fmla="*/ 723 w 846"/>
                <a:gd name="T15" fmla="*/ 123 h 846"/>
                <a:gd name="T16" fmla="*/ 423 w 846"/>
                <a:gd name="T17" fmla="*/ 0 h 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46" h="846">
                  <a:moveTo>
                    <a:pt x="423" y="0"/>
                  </a:moveTo>
                  <a:cubicBezTo>
                    <a:pt x="307" y="0"/>
                    <a:pt x="206" y="40"/>
                    <a:pt x="123" y="123"/>
                  </a:cubicBezTo>
                  <a:cubicBezTo>
                    <a:pt x="40" y="206"/>
                    <a:pt x="0" y="307"/>
                    <a:pt x="0" y="423"/>
                  </a:cubicBezTo>
                  <a:cubicBezTo>
                    <a:pt x="0" y="539"/>
                    <a:pt x="40" y="640"/>
                    <a:pt x="123" y="723"/>
                  </a:cubicBezTo>
                  <a:cubicBezTo>
                    <a:pt x="206" y="806"/>
                    <a:pt x="307" y="846"/>
                    <a:pt x="423" y="846"/>
                  </a:cubicBezTo>
                  <a:cubicBezTo>
                    <a:pt x="539" y="846"/>
                    <a:pt x="640" y="806"/>
                    <a:pt x="723" y="723"/>
                  </a:cubicBezTo>
                  <a:cubicBezTo>
                    <a:pt x="806" y="640"/>
                    <a:pt x="846" y="539"/>
                    <a:pt x="846" y="423"/>
                  </a:cubicBezTo>
                  <a:cubicBezTo>
                    <a:pt x="846" y="307"/>
                    <a:pt x="806" y="206"/>
                    <a:pt x="723" y="123"/>
                  </a:cubicBezTo>
                  <a:cubicBezTo>
                    <a:pt x="640" y="40"/>
                    <a:pt x="539" y="0"/>
                    <a:pt x="423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87" name="Freeform 98">
              <a:extLst>
                <a:ext uri="{FF2B5EF4-FFF2-40B4-BE49-F238E27FC236}">
                  <a16:creationId xmlns:a16="http://schemas.microsoft.com/office/drawing/2014/main" id="{C67660F2-58AE-455F-A7AC-6F9D7422433F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7130" y="5066743"/>
              <a:ext cx="407496" cy="413830"/>
            </a:xfrm>
            <a:custGeom>
              <a:avLst/>
              <a:gdLst>
                <a:gd name="T0" fmla="*/ 423 w 846"/>
                <a:gd name="T1" fmla="*/ 0 h 846"/>
                <a:gd name="T2" fmla="*/ 123 w 846"/>
                <a:gd name="T3" fmla="*/ 123 h 846"/>
                <a:gd name="T4" fmla="*/ 0 w 846"/>
                <a:gd name="T5" fmla="*/ 423 h 846"/>
                <a:gd name="T6" fmla="*/ 123 w 846"/>
                <a:gd name="T7" fmla="*/ 723 h 846"/>
                <a:gd name="T8" fmla="*/ 423 w 846"/>
                <a:gd name="T9" fmla="*/ 846 h 846"/>
                <a:gd name="T10" fmla="*/ 723 w 846"/>
                <a:gd name="T11" fmla="*/ 723 h 846"/>
                <a:gd name="T12" fmla="*/ 846 w 846"/>
                <a:gd name="T13" fmla="*/ 423 h 846"/>
                <a:gd name="T14" fmla="*/ 723 w 846"/>
                <a:gd name="T15" fmla="*/ 123 h 846"/>
                <a:gd name="T16" fmla="*/ 423 w 846"/>
                <a:gd name="T17" fmla="*/ 0 h 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46" h="846">
                  <a:moveTo>
                    <a:pt x="423" y="0"/>
                  </a:moveTo>
                  <a:cubicBezTo>
                    <a:pt x="307" y="0"/>
                    <a:pt x="206" y="40"/>
                    <a:pt x="123" y="123"/>
                  </a:cubicBezTo>
                  <a:cubicBezTo>
                    <a:pt x="40" y="206"/>
                    <a:pt x="0" y="307"/>
                    <a:pt x="0" y="423"/>
                  </a:cubicBezTo>
                  <a:cubicBezTo>
                    <a:pt x="0" y="539"/>
                    <a:pt x="40" y="640"/>
                    <a:pt x="123" y="723"/>
                  </a:cubicBezTo>
                  <a:cubicBezTo>
                    <a:pt x="206" y="806"/>
                    <a:pt x="307" y="846"/>
                    <a:pt x="423" y="846"/>
                  </a:cubicBezTo>
                  <a:cubicBezTo>
                    <a:pt x="539" y="846"/>
                    <a:pt x="640" y="806"/>
                    <a:pt x="723" y="723"/>
                  </a:cubicBezTo>
                  <a:cubicBezTo>
                    <a:pt x="806" y="640"/>
                    <a:pt x="846" y="539"/>
                    <a:pt x="846" y="423"/>
                  </a:cubicBezTo>
                  <a:cubicBezTo>
                    <a:pt x="846" y="307"/>
                    <a:pt x="806" y="206"/>
                    <a:pt x="723" y="123"/>
                  </a:cubicBezTo>
                  <a:cubicBezTo>
                    <a:pt x="640" y="40"/>
                    <a:pt x="539" y="0"/>
                    <a:pt x="423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  <p:sp>
          <p:nvSpPr>
            <p:cNvPr id="188" name="Freeform 99">
              <a:extLst>
                <a:ext uri="{FF2B5EF4-FFF2-40B4-BE49-F238E27FC236}">
                  <a16:creationId xmlns:a16="http://schemas.microsoft.com/office/drawing/2014/main" id="{3F087336-3FC2-443F-8340-B8C470FC544C}"/>
                </a:ext>
              </a:extLst>
            </p:cNvPr>
            <p:cNvSpPr>
              <a:spLocks/>
            </p:cNvSpPr>
            <p:nvPr/>
          </p:nvSpPr>
          <p:spPr bwMode="auto">
            <a:xfrm>
              <a:off x="9643839" y="5066743"/>
              <a:ext cx="409607" cy="413830"/>
            </a:xfrm>
            <a:custGeom>
              <a:avLst/>
              <a:gdLst>
                <a:gd name="T0" fmla="*/ 423 w 846"/>
                <a:gd name="T1" fmla="*/ 0 h 846"/>
                <a:gd name="T2" fmla="*/ 123 w 846"/>
                <a:gd name="T3" fmla="*/ 123 h 846"/>
                <a:gd name="T4" fmla="*/ 0 w 846"/>
                <a:gd name="T5" fmla="*/ 423 h 846"/>
                <a:gd name="T6" fmla="*/ 123 w 846"/>
                <a:gd name="T7" fmla="*/ 723 h 846"/>
                <a:gd name="T8" fmla="*/ 423 w 846"/>
                <a:gd name="T9" fmla="*/ 846 h 846"/>
                <a:gd name="T10" fmla="*/ 723 w 846"/>
                <a:gd name="T11" fmla="*/ 723 h 846"/>
                <a:gd name="T12" fmla="*/ 846 w 846"/>
                <a:gd name="T13" fmla="*/ 423 h 846"/>
                <a:gd name="T14" fmla="*/ 723 w 846"/>
                <a:gd name="T15" fmla="*/ 123 h 846"/>
                <a:gd name="T16" fmla="*/ 423 w 846"/>
                <a:gd name="T17" fmla="*/ 0 h 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46" h="846">
                  <a:moveTo>
                    <a:pt x="423" y="0"/>
                  </a:moveTo>
                  <a:cubicBezTo>
                    <a:pt x="307" y="0"/>
                    <a:pt x="206" y="40"/>
                    <a:pt x="123" y="123"/>
                  </a:cubicBezTo>
                  <a:cubicBezTo>
                    <a:pt x="40" y="206"/>
                    <a:pt x="0" y="307"/>
                    <a:pt x="0" y="423"/>
                  </a:cubicBezTo>
                  <a:cubicBezTo>
                    <a:pt x="0" y="539"/>
                    <a:pt x="40" y="640"/>
                    <a:pt x="123" y="723"/>
                  </a:cubicBezTo>
                  <a:cubicBezTo>
                    <a:pt x="206" y="806"/>
                    <a:pt x="307" y="846"/>
                    <a:pt x="423" y="846"/>
                  </a:cubicBezTo>
                  <a:cubicBezTo>
                    <a:pt x="539" y="846"/>
                    <a:pt x="640" y="806"/>
                    <a:pt x="723" y="723"/>
                  </a:cubicBezTo>
                  <a:cubicBezTo>
                    <a:pt x="806" y="640"/>
                    <a:pt x="846" y="539"/>
                    <a:pt x="846" y="423"/>
                  </a:cubicBezTo>
                  <a:cubicBezTo>
                    <a:pt x="846" y="307"/>
                    <a:pt x="806" y="206"/>
                    <a:pt x="723" y="123"/>
                  </a:cubicBezTo>
                  <a:cubicBezTo>
                    <a:pt x="640" y="40"/>
                    <a:pt x="539" y="0"/>
                    <a:pt x="423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702798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CCD3C3-B515-4251-9962-D264DDBAA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成功の状態</a:t>
            </a:r>
            <a:r>
              <a:rPr lang="en-US" altLang="ja-JP" dirty="0"/>
              <a:t>/</a:t>
            </a:r>
            <a:r>
              <a:rPr lang="ja-JP" altLang="en-US" dirty="0"/>
              <a:t>失敗の状態</a:t>
            </a:r>
            <a:endParaRPr kumimoji="1" lang="ja-JP" altLang="en-US" dirty="0"/>
          </a:p>
        </p:txBody>
      </p:sp>
      <p:sp>
        <p:nvSpPr>
          <p:cNvPr id="263" name="コンテンツ プレースホルダー 262">
            <a:extLst>
              <a:ext uri="{FF2B5EF4-FFF2-40B4-BE49-F238E27FC236}">
                <a16:creationId xmlns:a16="http://schemas.microsoft.com/office/drawing/2014/main" id="{CB8D21BB-2112-43A4-8A01-CE9BBFFD4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ja-JP" altLang="en-US" dirty="0"/>
              <a:t>山崩しゲームのグラフ全体で状態に</a:t>
            </a:r>
            <a:r>
              <a:rPr kumimoji="1" lang="ja-JP" altLang="en-US" dirty="0" err="1">
                <a:solidFill>
                  <a:srgbClr val="FF0000"/>
                </a:solidFill>
              </a:rPr>
              <a:t>〇</a:t>
            </a:r>
            <a:r>
              <a:rPr kumimoji="1" lang="en-US" altLang="ja-JP" sz="3200" dirty="0">
                <a:solidFill>
                  <a:srgbClr val="FF0000"/>
                </a:solidFill>
              </a:rPr>
              <a:t>×</a:t>
            </a:r>
            <a:r>
              <a:rPr kumimoji="1" lang="ja-JP" altLang="en-US" dirty="0"/>
              <a:t>をつけると，</a:t>
            </a:r>
            <a:endParaRPr kumimoji="1" lang="en-US" altLang="ja-JP" dirty="0"/>
          </a:p>
          <a:p>
            <a:pPr marL="227013" indent="0">
              <a:spcBef>
                <a:spcPts val="0"/>
              </a:spcBef>
              <a:buNone/>
            </a:pPr>
            <a:r>
              <a:rPr kumimoji="1" lang="ja-JP" altLang="en-US" dirty="0"/>
              <a:t>右図のようになる．</a:t>
            </a:r>
            <a:endParaRPr kumimoji="1" lang="en-US" altLang="ja-JP" dirty="0"/>
          </a:p>
          <a:p>
            <a:r>
              <a:rPr lang="ja-JP" altLang="en-US" dirty="0"/>
              <a:t>先手必勝であることがわかる．</a:t>
            </a:r>
            <a:endParaRPr lang="en-US" altLang="ja-JP" dirty="0"/>
          </a:p>
          <a:p>
            <a:r>
              <a:rPr lang="ja-JP" altLang="en-US" dirty="0"/>
              <a:t>後手 </a:t>
            </a:r>
            <a:r>
              <a:rPr lang="en-US" altLang="ja-JP" dirty="0"/>
              <a:t>(B)</a:t>
            </a:r>
            <a:r>
              <a:rPr lang="ja-JP" altLang="en-US" dirty="0"/>
              <a:t> は，</a:t>
            </a:r>
            <a:r>
              <a:rPr lang="ja-JP" altLang="en-US" dirty="0">
                <a:solidFill>
                  <a:srgbClr val="FF0000"/>
                </a:solidFill>
              </a:rPr>
              <a:t>〇</a:t>
            </a:r>
            <a:r>
              <a:rPr lang="en-US" altLang="ja-JP" sz="3200" dirty="0">
                <a:solidFill>
                  <a:srgbClr val="FF0000"/>
                </a:solidFill>
              </a:rPr>
              <a:t>×</a:t>
            </a:r>
            <a:r>
              <a:rPr lang="ja-JP" altLang="en-US" dirty="0"/>
              <a:t>が逆になる．</a:t>
            </a:r>
            <a:endParaRPr lang="en-US" altLang="ja-JP" dirty="0"/>
          </a:p>
          <a:p>
            <a:pPr>
              <a:spcBef>
                <a:spcPts val="2400"/>
              </a:spcBef>
            </a:pPr>
            <a:r>
              <a:rPr lang="ja-JP" altLang="en-US" dirty="0"/>
              <a:t> </a:t>
            </a:r>
            <a:r>
              <a:rPr lang="ja-JP" altLang="en-US" dirty="0">
                <a:solidFill>
                  <a:srgbClr val="FF0000"/>
                </a:solidFill>
              </a:rPr>
              <a:t>〇</a:t>
            </a:r>
            <a:r>
              <a:rPr lang="ja-JP" altLang="en-US" dirty="0"/>
              <a:t> </a:t>
            </a:r>
            <a:r>
              <a:rPr lang="en-US" altLang="ja-JP" dirty="0"/>
              <a:t>(</a:t>
            </a:r>
            <a:r>
              <a:rPr lang="ja-JP" altLang="en-US" dirty="0"/>
              <a:t>成功</a:t>
            </a:r>
            <a:r>
              <a:rPr lang="en-US" altLang="ja-JP" dirty="0"/>
              <a:t>)</a:t>
            </a:r>
            <a:r>
              <a:rPr lang="ja-JP" altLang="en-US" dirty="0"/>
              <a:t> の状態と，その間の線のみ取り出すと，</a:t>
            </a:r>
            <a:br>
              <a:rPr lang="en-US" altLang="ja-JP" dirty="0"/>
            </a:br>
            <a:r>
              <a:rPr lang="ja-JP" altLang="en-US" u="sng" dirty="0"/>
              <a:t>成功部分グラフ</a:t>
            </a:r>
            <a:r>
              <a:rPr lang="ja-JP" altLang="en-US" dirty="0"/>
              <a:t>になる</a:t>
            </a:r>
            <a:endParaRPr lang="en-US" altLang="ja-JP" dirty="0"/>
          </a:p>
          <a:p>
            <a:endParaRPr kumimoji="1" lang="ja-JP" altLang="en-US" dirty="0"/>
          </a:p>
        </p:txBody>
      </p:sp>
      <p:grpSp>
        <p:nvGrpSpPr>
          <p:cNvPr id="2052" name="Group 4"/>
          <p:cNvGrpSpPr>
            <a:grpSpLocks noChangeAspect="1"/>
          </p:cNvGrpSpPr>
          <p:nvPr/>
        </p:nvGrpSpPr>
        <p:grpSpPr bwMode="auto">
          <a:xfrm>
            <a:off x="6064250" y="958850"/>
            <a:ext cx="5289550" cy="5370513"/>
            <a:chOff x="3820" y="604"/>
            <a:chExt cx="3332" cy="3383"/>
          </a:xfrm>
        </p:grpSpPr>
        <p:sp>
          <p:nvSpPr>
            <p:cNvPr id="2051" name="AutoShape 3"/>
            <p:cNvSpPr>
              <a:spLocks noChangeAspect="1" noChangeArrowheads="1" noTextEdit="1"/>
            </p:cNvSpPr>
            <p:nvPr/>
          </p:nvSpPr>
          <p:spPr bwMode="auto">
            <a:xfrm>
              <a:off x="3820" y="604"/>
              <a:ext cx="3332" cy="33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53" name="Line 5"/>
            <p:cNvSpPr>
              <a:spLocks noChangeShapeType="1"/>
            </p:cNvSpPr>
            <p:nvPr/>
          </p:nvSpPr>
          <p:spPr bwMode="auto">
            <a:xfrm flipH="1" flipV="1">
              <a:off x="5185" y="723"/>
              <a:ext cx="583" cy="488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54" name="Line 6"/>
            <p:cNvSpPr>
              <a:spLocks noChangeShapeType="1"/>
            </p:cNvSpPr>
            <p:nvPr/>
          </p:nvSpPr>
          <p:spPr bwMode="auto">
            <a:xfrm flipV="1">
              <a:off x="4218" y="919"/>
              <a:ext cx="581" cy="292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55" name="Line 7"/>
            <p:cNvSpPr>
              <a:spLocks noChangeShapeType="1"/>
            </p:cNvSpPr>
            <p:nvPr/>
          </p:nvSpPr>
          <p:spPr bwMode="auto">
            <a:xfrm flipV="1">
              <a:off x="4412" y="919"/>
              <a:ext cx="387" cy="873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56" name="Line 8"/>
            <p:cNvSpPr>
              <a:spLocks noChangeShapeType="1"/>
            </p:cNvSpPr>
            <p:nvPr/>
          </p:nvSpPr>
          <p:spPr bwMode="auto">
            <a:xfrm flipH="1" flipV="1">
              <a:off x="4799" y="919"/>
              <a:ext cx="386" cy="292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57" name="Line 9"/>
            <p:cNvSpPr>
              <a:spLocks noChangeShapeType="1"/>
            </p:cNvSpPr>
            <p:nvPr/>
          </p:nvSpPr>
          <p:spPr bwMode="auto">
            <a:xfrm flipH="1" flipV="1">
              <a:off x="4218" y="1211"/>
              <a:ext cx="1550" cy="581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58" name="Line 10"/>
            <p:cNvSpPr>
              <a:spLocks noChangeShapeType="1"/>
            </p:cNvSpPr>
            <p:nvPr/>
          </p:nvSpPr>
          <p:spPr bwMode="auto">
            <a:xfrm flipH="1" flipV="1">
              <a:off x="4412" y="1792"/>
              <a:ext cx="196" cy="483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59" name="Line 11"/>
            <p:cNvSpPr>
              <a:spLocks noChangeShapeType="1"/>
            </p:cNvSpPr>
            <p:nvPr/>
          </p:nvSpPr>
          <p:spPr bwMode="auto">
            <a:xfrm flipV="1">
              <a:off x="6345" y="1792"/>
              <a:ext cx="196" cy="483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60" name="Line 12"/>
            <p:cNvSpPr>
              <a:spLocks noChangeShapeType="1"/>
            </p:cNvSpPr>
            <p:nvPr/>
          </p:nvSpPr>
          <p:spPr bwMode="auto">
            <a:xfrm flipV="1">
              <a:off x="4024" y="1792"/>
              <a:ext cx="1161" cy="483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61" name="Line 13"/>
            <p:cNvSpPr>
              <a:spLocks noChangeShapeType="1"/>
            </p:cNvSpPr>
            <p:nvPr/>
          </p:nvSpPr>
          <p:spPr bwMode="auto">
            <a:xfrm flipV="1">
              <a:off x="4024" y="1792"/>
              <a:ext cx="388" cy="483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62" name="Line 14"/>
            <p:cNvSpPr>
              <a:spLocks noChangeShapeType="1"/>
            </p:cNvSpPr>
            <p:nvPr/>
          </p:nvSpPr>
          <p:spPr bwMode="auto">
            <a:xfrm flipH="1" flipV="1">
              <a:off x="5768" y="1792"/>
              <a:ext cx="1158" cy="483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63" name="Line 15"/>
            <p:cNvSpPr>
              <a:spLocks noChangeShapeType="1"/>
            </p:cNvSpPr>
            <p:nvPr/>
          </p:nvSpPr>
          <p:spPr bwMode="auto">
            <a:xfrm flipH="1" flipV="1">
              <a:off x="6541" y="1792"/>
              <a:ext cx="385" cy="483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64" name="Line 16"/>
            <p:cNvSpPr>
              <a:spLocks noChangeShapeType="1"/>
            </p:cNvSpPr>
            <p:nvPr/>
          </p:nvSpPr>
          <p:spPr bwMode="auto">
            <a:xfrm flipV="1">
              <a:off x="5185" y="1792"/>
              <a:ext cx="1" cy="483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65" name="Line 17"/>
            <p:cNvSpPr>
              <a:spLocks noChangeShapeType="1"/>
            </p:cNvSpPr>
            <p:nvPr/>
          </p:nvSpPr>
          <p:spPr bwMode="auto">
            <a:xfrm flipV="1">
              <a:off x="5768" y="1803"/>
              <a:ext cx="1" cy="466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66" name="Line 18"/>
            <p:cNvSpPr>
              <a:spLocks noChangeShapeType="1"/>
            </p:cNvSpPr>
            <p:nvPr/>
          </p:nvSpPr>
          <p:spPr bwMode="auto">
            <a:xfrm flipH="1">
              <a:off x="4799" y="723"/>
              <a:ext cx="386" cy="196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67" name="Line 19"/>
            <p:cNvSpPr>
              <a:spLocks noChangeShapeType="1"/>
            </p:cNvSpPr>
            <p:nvPr/>
          </p:nvSpPr>
          <p:spPr bwMode="auto">
            <a:xfrm flipV="1">
              <a:off x="4024" y="1211"/>
              <a:ext cx="194" cy="1064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68" name="Freeform 20"/>
            <p:cNvSpPr>
              <a:spLocks/>
            </p:cNvSpPr>
            <p:nvPr/>
          </p:nvSpPr>
          <p:spPr bwMode="auto">
            <a:xfrm>
              <a:off x="4608" y="1211"/>
              <a:ext cx="577" cy="1064"/>
            </a:xfrm>
            <a:custGeom>
              <a:avLst/>
              <a:gdLst/>
              <a:ahLst/>
              <a:cxnLst>
                <a:cxn ang="0">
                  <a:pos x="0" y="1064"/>
                </a:cxn>
                <a:cxn ang="0">
                  <a:pos x="577" y="0"/>
                </a:cxn>
              </a:cxnLst>
              <a:rect l="0" t="0" r="r" b="b"/>
              <a:pathLst>
                <a:path w="577" h="1064">
                  <a:moveTo>
                    <a:pt x="0" y="1064"/>
                  </a:moveTo>
                  <a:cubicBezTo>
                    <a:pt x="21" y="657"/>
                    <a:pt x="213" y="303"/>
                    <a:pt x="577" y="0"/>
                  </a:cubicBezTo>
                </a:path>
              </a:pathLst>
            </a:cu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69" name="Freeform 21"/>
            <p:cNvSpPr>
              <a:spLocks/>
            </p:cNvSpPr>
            <p:nvPr/>
          </p:nvSpPr>
          <p:spPr bwMode="auto">
            <a:xfrm>
              <a:off x="4848" y="1211"/>
              <a:ext cx="341" cy="1064"/>
            </a:xfrm>
            <a:custGeom>
              <a:avLst/>
              <a:gdLst/>
              <a:ahLst/>
              <a:cxnLst>
                <a:cxn ang="0">
                  <a:pos x="341" y="1064"/>
                </a:cxn>
                <a:cxn ang="0">
                  <a:pos x="341" y="0"/>
                </a:cxn>
              </a:cxnLst>
              <a:rect l="0" t="0" r="r" b="b"/>
              <a:pathLst>
                <a:path w="341" h="1064">
                  <a:moveTo>
                    <a:pt x="341" y="1064"/>
                  </a:moveTo>
                  <a:cubicBezTo>
                    <a:pt x="0" y="769"/>
                    <a:pt x="0" y="414"/>
                    <a:pt x="341" y="0"/>
                  </a:cubicBezTo>
                </a:path>
              </a:pathLst>
            </a:cu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70" name="Freeform 22"/>
            <p:cNvSpPr>
              <a:spLocks/>
            </p:cNvSpPr>
            <p:nvPr/>
          </p:nvSpPr>
          <p:spPr bwMode="auto">
            <a:xfrm>
              <a:off x="4721" y="919"/>
              <a:ext cx="464" cy="873"/>
            </a:xfrm>
            <a:custGeom>
              <a:avLst/>
              <a:gdLst/>
              <a:ahLst/>
              <a:cxnLst>
                <a:cxn ang="0">
                  <a:pos x="464" y="873"/>
                </a:cxn>
                <a:cxn ang="0">
                  <a:pos x="77" y="0"/>
                </a:cxn>
              </a:cxnLst>
              <a:rect l="0" t="0" r="r" b="b"/>
              <a:pathLst>
                <a:path w="464" h="873">
                  <a:moveTo>
                    <a:pt x="464" y="873"/>
                  </a:moveTo>
                  <a:cubicBezTo>
                    <a:pt x="129" y="707"/>
                    <a:pt x="0" y="415"/>
                    <a:pt x="77" y="0"/>
                  </a:cubicBezTo>
                </a:path>
              </a:pathLst>
            </a:cu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71" name="Freeform 23"/>
            <p:cNvSpPr>
              <a:spLocks/>
            </p:cNvSpPr>
            <p:nvPr/>
          </p:nvSpPr>
          <p:spPr bwMode="auto">
            <a:xfrm>
              <a:off x="4412" y="1792"/>
              <a:ext cx="1358" cy="969"/>
            </a:xfrm>
            <a:custGeom>
              <a:avLst/>
              <a:gdLst/>
              <a:ahLst/>
              <a:cxnLst>
                <a:cxn ang="0">
                  <a:pos x="1358" y="969"/>
                </a:cxn>
                <a:cxn ang="0">
                  <a:pos x="0" y="0"/>
                </a:cxn>
              </a:cxnLst>
              <a:rect l="0" t="0" r="r" b="b"/>
              <a:pathLst>
                <a:path w="1358" h="969">
                  <a:moveTo>
                    <a:pt x="1358" y="969"/>
                  </a:moveTo>
                  <a:cubicBezTo>
                    <a:pt x="886" y="867"/>
                    <a:pt x="434" y="545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72" name="Freeform 24"/>
            <p:cNvSpPr>
              <a:spLocks/>
            </p:cNvSpPr>
            <p:nvPr/>
          </p:nvSpPr>
          <p:spPr bwMode="auto">
            <a:xfrm>
              <a:off x="5183" y="1792"/>
              <a:ext cx="1358" cy="969"/>
            </a:xfrm>
            <a:custGeom>
              <a:avLst/>
              <a:gdLst/>
              <a:ahLst/>
              <a:cxnLst>
                <a:cxn ang="0">
                  <a:pos x="0" y="969"/>
                </a:cxn>
                <a:cxn ang="0">
                  <a:pos x="1358" y="0"/>
                </a:cxn>
              </a:cxnLst>
              <a:rect l="0" t="0" r="r" b="b"/>
              <a:pathLst>
                <a:path w="1358" h="969">
                  <a:moveTo>
                    <a:pt x="0" y="969"/>
                  </a:moveTo>
                  <a:cubicBezTo>
                    <a:pt x="472" y="867"/>
                    <a:pt x="925" y="545"/>
                    <a:pt x="1358" y="0"/>
                  </a:cubicBezTo>
                </a:path>
              </a:pathLst>
            </a:cu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73" name="Freeform 25"/>
            <p:cNvSpPr>
              <a:spLocks/>
            </p:cNvSpPr>
            <p:nvPr/>
          </p:nvSpPr>
          <p:spPr bwMode="auto">
            <a:xfrm>
              <a:off x="4412" y="1792"/>
              <a:ext cx="1358" cy="969"/>
            </a:xfrm>
            <a:custGeom>
              <a:avLst/>
              <a:gdLst/>
              <a:ahLst/>
              <a:cxnLst>
                <a:cxn ang="0">
                  <a:pos x="1358" y="0"/>
                </a:cxn>
                <a:cxn ang="0">
                  <a:pos x="0" y="969"/>
                </a:cxn>
              </a:cxnLst>
              <a:rect l="0" t="0" r="r" b="b"/>
              <a:pathLst>
                <a:path w="1358" h="969">
                  <a:moveTo>
                    <a:pt x="1358" y="0"/>
                  </a:moveTo>
                  <a:cubicBezTo>
                    <a:pt x="886" y="97"/>
                    <a:pt x="434" y="420"/>
                    <a:pt x="0" y="969"/>
                  </a:cubicBezTo>
                </a:path>
              </a:pathLst>
            </a:cu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74" name="Freeform 26"/>
            <p:cNvSpPr>
              <a:spLocks/>
            </p:cNvSpPr>
            <p:nvPr/>
          </p:nvSpPr>
          <p:spPr bwMode="auto">
            <a:xfrm>
              <a:off x="5183" y="1792"/>
              <a:ext cx="1358" cy="96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58" y="969"/>
                </a:cxn>
              </a:cxnLst>
              <a:rect l="0" t="0" r="r" b="b"/>
              <a:pathLst>
                <a:path w="1358" h="969">
                  <a:moveTo>
                    <a:pt x="0" y="0"/>
                  </a:moveTo>
                  <a:cubicBezTo>
                    <a:pt x="472" y="101"/>
                    <a:pt x="925" y="424"/>
                    <a:pt x="1358" y="969"/>
                  </a:cubicBezTo>
                </a:path>
              </a:pathLst>
            </a:cu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75" name="Line 27"/>
            <p:cNvSpPr>
              <a:spLocks noChangeShapeType="1"/>
            </p:cNvSpPr>
            <p:nvPr/>
          </p:nvSpPr>
          <p:spPr bwMode="auto">
            <a:xfrm flipH="1" flipV="1">
              <a:off x="5183" y="1792"/>
              <a:ext cx="585" cy="969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76" name="Line 28"/>
            <p:cNvSpPr>
              <a:spLocks noChangeShapeType="1"/>
            </p:cNvSpPr>
            <p:nvPr/>
          </p:nvSpPr>
          <p:spPr bwMode="auto">
            <a:xfrm flipV="1">
              <a:off x="5185" y="1792"/>
              <a:ext cx="583" cy="969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77" name="Line 29"/>
            <p:cNvSpPr>
              <a:spLocks noChangeShapeType="1"/>
            </p:cNvSpPr>
            <p:nvPr/>
          </p:nvSpPr>
          <p:spPr bwMode="auto">
            <a:xfrm flipH="1">
              <a:off x="4412" y="1211"/>
              <a:ext cx="1356" cy="581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78" name="Line 30"/>
            <p:cNvSpPr>
              <a:spLocks noChangeShapeType="1"/>
            </p:cNvSpPr>
            <p:nvPr/>
          </p:nvSpPr>
          <p:spPr bwMode="auto">
            <a:xfrm flipH="1" flipV="1">
              <a:off x="5185" y="1211"/>
              <a:ext cx="1356" cy="581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79" name="Freeform 31"/>
            <p:cNvSpPr>
              <a:spLocks/>
            </p:cNvSpPr>
            <p:nvPr/>
          </p:nvSpPr>
          <p:spPr bwMode="auto">
            <a:xfrm>
              <a:off x="5768" y="1211"/>
              <a:ext cx="339" cy="1064"/>
            </a:xfrm>
            <a:custGeom>
              <a:avLst/>
              <a:gdLst/>
              <a:ahLst/>
              <a:cxnLst>
                <a:cxn ang="0">
                  <a:pos x="0" y="1064"/>
                </a:cxn>
                <a:cxn ang="0">
                  <a:pos x="0" y="0"/>
                </a:cxn>
              </a:cxnLst>
              <a:rect l="0" t="0" r="r" b="b"/>
              <a:pathLst>
                <a:path w="339" h="1064">
                  <a:moveTo>
                    <a:pt x="0" y="1064"/>
                  </a:moveTo>
                  <a:cubicBezTo>
                    <a:pt x="339" y="769"/>
                    <a:pt x="339" y="414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80" name="Freeform 32"/>
            <p:cNvSpPr>
              <a:spLocks/>
            </p:cNvSpPr>
            <p:nvPr/>
          </p:nvSpPr>
          <p:spPr bwMode="auto">
            <a:xfrm>
              <a:off x="5768" y="1211"/>
              <a:ext cx="577" cy="1064"/>
            </a:xfrm>
            <a:custGeom>
              <a:avLst/>
              <a:gdLst/>
              <a:ahLst/>
              <a:cxnLst>
                <a:cxn ang="0">
                  <a:pos x="577" y="1064"/>
                </a:cxn>
                <a:cxn ang="0">
                  <a:pos x="0" y="0"/>
                </a:cxn>
              </a:cxnLst>
              <a:rect l="0" t="0" r="r" b="b"/>
              <a:pathLst>
                <a:path w="577" h="1064">
                  <a:moveTo>
                    <a:pt x="577" y="1064"/>
                  </a:moveTo>
                  <a:cubicBezTo>
                    <a:pt x="556" y="657"/>
                    <a:pt x="364" y="303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81" name="Line 33"/>
            <p:cNvSpPr>
              <a:spLocks noChangeShapeType="1"/>
            </p:cNvSpPr>
            <p:nvPr/>
          </p:nvSpPr>
          <p:spPr bwMode="auto">
            <a:xfrm flipH="1" flipV="1">
              <a:off x="5185" y="1211"/>
              <a:ext cx="583" cy="581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82" name="Line 34"/>
            <p:cNvSpPr>
              <a:spLocks noChangeShapeType="1"/>
            </p:cNvSpPr>
            <p:nvPr/>
          </p:nvSpPr>
          <p:spPr bwMode="auto">
            <a:xfrm flipV="1">
              <a:off x="5185" y="1211"/>
              <a:ext cx="583" cy="581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83" name="Line 35"/>
            <p:cNvSpPr>
              <a:spLocks noChangeShapeType="1"/>
            </p:cNvSpPr>
            <p:nvPr/>
          </p:nvSpPr>
          <p:spPr bwMode="auto">
            <a:xfrm flipH="1">
              <a:off x="5185" y="3342"/>
              <a:ext cx="583" cy="487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84" name="Line 36"/>
            <p:cNvSpPr>
              <a:spLocks noChangeShapeType="1"/>
            </p:cNvSpPr>
            <p:nvPr/>
          </p:nvSpPr>
          <p:spPr bwMode="auto">
            <a:xfrm>
              <a:off x="5185" y="3342"/>
              <a:ext cx="583" cy="487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85" name="Line 37"/>
            <p:cNvSpPr>
              <a:spLocks noChangeShapeType="1"/>
            </p:cNvSpPr>
            <p:nvPr/>
          </p:nvSpPr>
          <p:spPr bwMode="auto">
            <a:xfrm flipH="1">
              <a:off x="5768" y="3634"/>
              <a:ext cx="385" cy="191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86" name="Line 38"/>
            <p:cNvSpPr>
              <a:spLocks noChangeShapeType="1"/>
            </p:cNvSpPr>
            <p:nvPr/>
          </p:nvSpPr>
          <p:spPr bwMode="auto">
            <a:xfrm>
              <a:off x="4218" y="3342"/>
              <a:ext cx="581" cy="292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87" name="Line 39"/>
            <p:cNvSpPr>
              <a:spLocks noChangeShapeType="1"/>
            </p:cNvSpPr>
            <p:nvPr/>
          </p:nvSpPr>
          <p:spPr bwMode="auto">
            <a:xfrm>
              <a:off x="4412" y="2761"/>
              <a:ext cx="387" cy="873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88" name="Line 40"/>
            <p:cNvSpPr>
              <a:spLocks noChangeShapeType="1"/>
            </p:cNvSpPr>
            <p:nvPr/>
          </p:nvSpPr>
          <p:spPr bwMode="auto">
            <a:xfrm flipH="1">
              <a:off x="4799" y="3342"/>
              <a:ext cx="386" cy="292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89" name="Line 41"/>
            <p:cNvSpPr>
              <a:spLocks noChangeShapeType="1"/>
            </p:cNvSpPr>
            <p:nvPr/>
          </p:nvSpPr>
          <p:spPr bwMode="auto">
            <a:xfrm>
              <a:off x="5768" y="3342"/>
              <a:ext cx="385" cy="292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90" name="Line 42"/>
            <p:cNvSpPr>
              <a:spLocks noChangeShapeType="1"/>
            </p:cNvSpPr>
            <p:nvPr/>
          </p:nvSpPr>
          <p:spPr bwMode="auto">
            <a:xfrm flipH="1">
              <a:off x="6153" y="3342"/>
              <a:ext cx="582" cy="292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91" name="Line 43"/>
            <p:cNvSpPr>
              <a:spLocks noChangeShapeType="1"/>
            </p:cNvSpPr>
            <p:nvPr/>
          </p:nvSpPr>
          <p:spPr bwMode="auto">
            <a:xfrm flipH="1">
              <a:off x="6153" y="2761"/>
              <a:ext cx="388" cy="873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92" name="Line 44"/>
            <p:cNvSpPr>
              <a:spLocks noChangeShapeType="1"/>
            </p:cNvSpPr>
            <p:nvPr/>
          </p:nvSpPr>
          <p:spPr bwMode="auto">
            <a:xfrm flipH="1">
              <a:off x="4218" y="2761"/>
              <a:ext cx="1550" cy="581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93" name="Line 45"/>
            <p:cNvSpPr>
              <a:spLocks noChangeShapeType="1"/>
            </p:cNvSpPr>
            <p:nvPr/>
          </p:nvSpPr>
          <p:spPr bwMode="auto">
            <a:xfrm>
              <a:off x="5185" y="2761"/>
              <a:ext cx="1550" cy="581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94" name="Line 46"/>
            <p:cNvSpPr>
              <a:spLocks noChangeShapeType="1"/>
            </p:cNvSpPr>
            <p:nvPr/>
          </p:nvSpPr>
          <p:spPr bwMode="auto">
            <a:xfrm flipH="1">
              <a:off x="4412" y="2275"/>
              <a:ext cx="196" cy="486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95" name="Line 47"/>
            <p:cNvSpPr>
              <a:spLocks noChangeShapeType="1"/>
            </p:cNvSpPr>
            <p:nvPr/>
          </p:nvSpPr>
          <p:spPr bwMode="auto">
            <a:xfrm>
              <a:off x="6345" y="2275"/>
              <a:ext cx="196" cy="486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96" name="Line 48"/>
            <p:cNvSpPr>
              <a:spLocks noChangeShapeType="1"/>
            </p:cNvSpPr>
            <p:nvPr/>
          </p:nvSpPr>
          <p:spPr bwMode="auto">
            <a:xfrm>
              <a:off x="4024" y="2275"/>
              <a:ext cx="1161" cy="486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97" name="Line 49"/>
            <p:cNvSpPr>
              <a:spLocks noChangeShapeType="1"/>
            </p:cNvSpPr>
            <p:nvPr/>
          </p:nvSpPr>
          <p:spPr bwMode="auto">
            <a:xfrm>
              <a:off x="4024" y="2275"/>
              <a:ext cx="388" cy="486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98" name="Line 50"/>
            <p:cNvSpPr>
              <a:spLocks noChangeShapeType="1"/>
            </p:cNvSpPr>
            <p:nvPr/>
          </p:nvSpPr>
          <p:spPr bwMode="auto">
            <a:xfrm flipH="1">
              <a:off x="5768" y="2275"/>
              <a:ext cx="1158" cy="486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99" name="Line 51"/>
            <p:cNvSpPr>
              <a:spLocks noChangeShapeType="1"/>
            </p:cNvSpPr>
            <p:nvPr/>
          </p:nvSpPr>
          <p:spPr bwMode="auto">
            <a:xfrm flipH="1">
              <a:off x="6541" y="2275"/>
              <a:ext cx="385" cy="486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00" name="Line 52"/>
            <p:cNvSpPr>
              <a:spLocks noChangeShapeType="1"/>
            </p:cNvSpPr>
            <p:nvPr/>
          </p:nvSpPr>
          <p:spPr bwMode="auto">
            <a:xfrm>
              <a:off x="5185" y="2275"/>
              <a:ext cx="1" cy="486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01" name="Line 53"/>
            <p:cNvSpPr>
              <a:spLocks noChangeShapeType="1"/>
            </p:cNvSpPr>
            <p:nvPr/>
          </p:nvSpPr>
          <p:spPr bwMode="auto">
            <a:xfrm>
              <a:off x="5768" y="2275"/>
              <a:ext cx="1" cy="486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02" name="Line 54"/>
            <p:cNvSpPr>
              <a:spLocks noChangeShapeType="1"/>
            </p:cNvSpPr>
            <p:nvPr/>
          </p:nvSpPr>
          <p:spPr bwMode="auto">
            <a:xfrm flipH="1" flipV="1">
              <a:off x="4799" y="3634"/>
              <a:ext cx="386" cy="191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03" name="Line 55"/>
            <p:cNvSpPr>
              <a:spLocks noChangeShapeType="1"/>
            </p:cNvSpPr>
            <p:nvPr/>
          </p:nvSpPr>
          <p:spPr bwMode="auto">
            <a:xfrm>
              <a:off x="4024" y="2275"/>
              <a:ext cx="194" cy="1067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04" name="Line 56"/>
            <p:cNvSpPr>
              <a:spLocks noChangeShapeType="1"/>
            </p:cNvSpPr>
            <p:nvPr/>
          </p:nvSpPr>
          <p:spPr bwMode="auto">
            <a:xfrm flipV="1">
              <a:off x="6735" y="2275"/>
              <a:ext cx="191" cy="1067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05" name="Freeform 57"/>
            <p:cNvSpPr>
              <a:spLocks/>
            </p:cNvSpPr>
            <p:nvPr/>
          </p:nvSpPr>
          <p:spPr bwMode="auto">
            <a:xfrm>
              <a:off x="4608" y="2275"/>
              <a:ext cx="577" cy="106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77" y="1067"/>
                </a:cxn>
              </a:cxnLst>
              <a:rect l="0" t="0" r="r" b="b"/>
              <a:pathLst>
                <a:path w="577" h="1067">
                  <a:moveTo>
                    <a:pt x="0" y="0"/>
                  </a:moveTo>
                  <a:cubicBezTo>
                    <a:pt x="21" y="408"/>
                    <a:pt x="213" y="764"/>
                    <a:pt x="577" y="1067"/>
                  </a:cubicBezTo>
                </a:path>
              </a:pathLst>
            </a:cu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06" name="Freeform 58"/>
            <p:cNvSpPr>
              <a:spLocks/>
            </p:cNvSpPr>
            <p:nvPr/>
          </p:nvSpPr>
          <p:spPr bwMode="auto">
            <a:xfrm>
              <a:off x="4848" y="2275"/>
              <a:ext cx="341" cy="1067"/>
            </a:xfrm>
            <a:custGeom>
              <a:avLst/>
              <a:gdLst/>
              <a:ahLst/>
              <a:cxnLst>
                <a:cxn ang="0">
                  <a:pos x="341" y="0"/>
                </a:cxn>
                <a:cxn ang="0">
                  <a:pos x="341" y="1067"/>
                </a:cxn>
              </a:cxnLst>
              <a:rect l="0" t="0" r="r" b="b"/>
              <a:pathLst>
                <a:path w="341" h="1067">
                  <a:moveTo>
                    <a:pt x="341" y="0"/>
                  </a:moveTo>
                  <a:cubicBezTo>
                    <a:pt x="0" y="297"/>
                    <a:pt x="0" y="653"/>
                    <a:pt x="341" y="1067"/>
                  </a:cubicBezTo>
                </a:path>
              </a:pathLst>
            </a:cu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07" name="Freeform 59"/>
            <p:cNvSpPr>
              <a:spLocks/>
            </p:cNvSpPr>
            <p:nvPr/>
          </p:nvSpPr>
          <p:spPr bwMode="auto">
            <a:xfrm>
              <a:off x="4721" y="2761"/>
              <a:ext cx="464" cy="873"/>
            </a:xfrm>
            <a:custGeom>
              <a:avLst/>
              <a:gdLst/>
              <a:ahLst/>
              <a:cxnLst>
                <a:cxn ang="0">
                  <a:pos x="464" y="0"/>
                </a:cxn>
                <a:cxn ang="0">
                  <a:pos x="77" y="873"/>
                </a:cxn>
              </a:cxnLst>
              <a:rect l="0" t="0" r="r" b="b"/>
              <a:pathLst>
                <a:path w="464" h="873">
                  <a:moveTo>
                    <a:pt x="464" y="0"/>
                  </a:moveTo>
                  <a:cubicBezTo>
                    <a:pt x="129" y="166"/>
                    <a:pt x="0" y="457"/>
                    <a:pt x="77" y="873"/>
                  </a:cubicBezTo>
                </a:path>
              </a:pathLst>
            </a:cu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08" name="Line 60"/>
            <p:cNvSpPr>
              <a:spLocks noChangeShapeType="1"/>
            </p:cNvSpPr>
            <p:nvPr/>
          </p:nvSpPr>
          <p:spPr bwMode="auto">
            <a:xfrm flipH="1" flipV="1">
              <a:off x="4412" y="2761"/>
              <a:ext cx="1356" cy="581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09" name="Line 61"/>
            <p:cNvSpPr>
              <a:spLocks noChangeShapeType="1"/>
            </p:cNvSpPr>
            <p:nvPr/>
          </p:nvSpPr>
          <p:spPr bwMode="auto">
            <a:xfrm flipH="1">
              <a:off x="5185" y="2761"/>
              <a:ext cx="1356" cy="581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10" name="Freeform 62"/>
            <p:cNvSpPr>
              <a:spLocks/>
            </p:cNvSpPr>
            <p:nvPr/>
          </p:nvSpPr>
          <p:spPr bwMode="auto">
            <a:xfrm>
              <a:off x="5768" y="2275"/>
              <a:ext cx="339" cy="106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067"/>
                </a:cxn>
              </a:cxnLst>
              <a:rect l="0" t="0" r="r" b="b"/>
              <a:pathLst>
                <a:path w="339" h="1067">
                  <a:moveTo>
                    <a:pt x="0" y="0"/>
                  </a:moveTo>
                  <a:cubicBezTo>
                    <a:pt x="339" y="297"/>
                    <a:pt x="339" y="653"/>
                    <a:pt x="0" y="1067"/>
                  </a:cubicBezTo>
                </a:path>
              </a:pathLst>
            </a:cu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11" name="Freeform 63"/>
            <p:cNvSpPr>
              <a:spLocks/>
            </p:cNvSpPr>
            <p:nvPr/>
          </p:nvSpPr>
          <p:spPr bwMode="auto">
            <a:xfrm>
              <a:off x="5768" y="2275"/>
              <a:ext cx="577" cy="1067"/>
            </a:xfrm>
            <a:custGeom>
              <a:avLst/>
              <a:gdLst/>
              <a:ahLst/>
              <a:cxnLst>
                <a:cxn ang="0">
                  <a:pos x="577" y="0"/>
                </a:cxn>
                <a:cxn ang="0">
                  <a:pos x="0" y="1067"/>
                </a:cxn>
              </a:cxnLst>
              <a:rect l="0" t="0" r="r" b="b"/>
              <a:pathLst>
                <a:path w="577" h="1067">
                  <a:moveTo>
                    <a:pt x="577" y="0"/>
                  </a:moveTo>
                  <a:cubicBezTo>
                    <a:pt x="556" y="408"/>
                    <a:pt x="364" y="764"/>
                    <a:pt x="0" y="1067"/>
                  </a:cubicBezTo>
                </a:path>
              </a:pathLst>
            </a:cu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12" name="Line 64"/>
            <p:cNvSpPr>
              <a:spLocks noChangeShapeType="1"/>
            </p:cNvSpPr>
            <p:nvPr/>
          </p:nvSpPr>
          <p:spPr bwMode="auto">
            <a:xfrm flipH="1">
              <a:off x="5185" y="2761"/>
              <a:ext cx="583" cy="581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13" name="Line 65"/>
            <p:cNvSpPr>
              <a:spLocks noChangeShapeType="1"/>
            </p:cNvSpPr>
            <p:nvPr/>
          </p:nvSpPr>
          <p:spPr bwMode="auto">
            <a:xfrm>
              <a:off x="5185" y="2761"/>
              <a:ext cx="583" cy="581"/>
            </a:xfrm>
            <a:prstGeom prst="line">
              <a:avLst/>
            </a:pr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14" name="Freeform 66"/>
            <p:cNvSpPr>
              <a:spLocks/>
            </p:cNvSpPr>
            <p:nvPr/>
          </p:nvSpPr>
          <p:spPr bwMode="auto">
            <a:xfrm>
              <a:off x="5768" y="2761"/>
              <a:ext cx="460" cy="87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85" y="873"/>
                </a:cxn>
              </a:cxnLst>
              <a:rect l="0" t="0" r="r" b="b"/>
              <a:pathLst>
                <a:path w="460" h="873">
                  <a:moveTo>
                    <a:pt x="0" y="0"/>
                  </a:moveTo>
                  <a:cubicBezTo>
                    <a:pt x="333" y="166"/>
                    <a:pt x="460" y="457"/>
                    <a:pt x="385" y="873"/>
                  </a:cubicBezTo>
                </a:path>
              </a:pathLst>
            </a:custGeom>
            <a:noFill/>
            <a:ln w="15875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15" name="Rectangle 67"/>
            <p:cNvSpPr>
              <a:spLocks noChangeArrowheads="1"/>
            </p:cNvSpPr>
            <p:nvPr/>
          </p:nvSpPr>
          <p:spPr bwMode="auto">
            <a:xfrm>
              <a:off x="5060" y="654"/>
              <a:ext cx="226" cy="15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16" name="Rectangle 68"/>
            <p:cNvSpPr>
              <a:spLocks noChangeArrowheads="1"/>
            </p:cNvSpPr>
            <p:nvPr/>
          </p:nvSpPr>
          <p:spPr bwMode="auto">
            <a:xfrm>
              <a:off x="5062" y="654"/>
              <a:ext cx="262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游ゴシック" charset="-128"/>
                  <a:ea typeface="ＭＳ Ｐゴシック" pitchFamily="50" charset="-128"/>
                  <a:cs typeface="ＭＳ Ｐゴシック" pitchFamily="50" charset="-128"/>
                </a:rPr>
                <a:t>A44</a:t>
              </a:r>
              <a:endParaRPr kumimoji="1" lang="ja-JP" altLang="ja-JP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  <a:cs typeface="ＭＳ Ｐゴシック" pitchFamily="50" charset="-128"/>
              </a:endParaRPr>
            </a:p>
          </p:txBody>
        </p:sp>
        <p:sp>
          <p:nvSpPr>
            <p:cNvPr id="2117" name="Rectangle 69"/>
            <p:cNvSpPr>
              <a:spLocks noChangeArrowheads="1"/>
            </p:cNvSpPr>
            <p:nvPr/>
          </p:nvSpPr>
          <p:spPr bwMode="auto">
            <a:xfrm>
              <a:off x="4094" y="1137"/>
              <a:ext cx="225" cy="15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18" name="Rectangle 70"/>
            <p:cNvSpPr>
              <a:spLocks noChangeArrowheads="1"/>
            </p:cNvSpPr>
            <p:nvPr/>
          </p:nvSpPr>
          <p:spPr bwMode="auto">
            <a:xfrm>
              <a:off x="4094" y="1138"/>
              <a:ext cx="262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游ゴシック" charset="-128"/>
                  <a:ea typeface="游ゴシック" charset="-128"/>
                  <a:cs typeface="ＭＳ Ｐゴシック" pitchFamily="50" charset="-128"/>
                </a:rPr>
                <a:t>A33</a:t>
              </a:r>
              <a:endParaRPr kumimoji="1" lang="ja-JP" altLang="ja-JP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  <a:cs typeface="ＭＳ Ｐゴシック" pitchFamily="50" charset="-128"/>
              </a:endParaRPr>
            </a:p>
          </p:txBody>
        </p:sp>
        <p:sp>
          <p:nvSpPr>
            <p:cNvPr id="2119" name="Rectangle 71"/>
            <p:cNvSpPr>
              <a:spLocks noChangeArrowheads="1"/>
            </p:cNvSpPr>
            <p:nvPr/>
          </p:nvSpPr>
          <p:spPr bwMode="auto">
            <a:xfrm>
              <a:off x="5060" y="1137"/>
              <a:ext cx="226" cy="15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20" name="Rectangle 72"/>
            <p:cNvSpPr>
              <a:spLocks noChangeArrowheads="1"/>
            </p:cNvSpPr>
            <p:nvPr/>
          </p:nvSpPr>
          <p:spPr bwMode="auto">
            <a:xfrm>
              <a:off x="5062" y="1138"/>
              <a:ext cx="262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游ゴシック" charset="-128"/>
                  <a:ea typeface="游ゴシック" charset="-128"/>
                  <a:cs typeface="ＭＳ Ｐゴシック" pitchFamily="50" charset="-128"/>
                </a:rPr>
                <a:t>A24</a:t>
              </a:r>
              <a:endParaRPr kumimoji="1" lang="ja-JP" altLang="ja-JP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  <a:cs typeface="ＭＳ Ｐゴシック" pitchFamily="50" charset="-128"/>
              </a:endParaRPr>
            </a:p>
          </p:txBody>
        </p:sp>
        <p:sp>
          <p:nvSpPr>
            <p:cNvPr id="2121" name="Rectangle 73"/>
            <p:cNvSpPr>
              <a:spLocks noChangeArrowheads="1"/>
            </p:cNvSpPr>
            <p:nvPr/>
          </p:nvSpPr>
          <p:spPr bwMode="auto">
            <a:xfrm>
              <a:off x="5060" y="1719"/>
              <a:ext cx="226" cy="15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22" name="Rectangle 74"/>
            <p:cNvSpPr>
              <a:spLocks noChangeArrowheads="1"/>
            </p:cNvSpPr>
            <p:nvPr/>
          </p:nvSpPr>
          <p:spPr bwMode="auto">
            <a:xfrm>
              <a:off x="5062" y="1722"/>
              <a:ext cx="262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游ゴシック" charset="-128"/>
                  <a:ea typeface="游ゴシック" charset="-128"/>
                  <a:cs typeface="ＭＳ Ｐゴシック" pitchFamily="50" charset="-128"/>
                </a:rPr>
                <a:t>A23</a:t>
              </a:r>
              <a:endParaRPr kumimoji="1" lang="ja-JP" altLang="ja-JP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  <a:cs typeface="ＭＳ Ｐゴシック" pitchFamily="50" charset="-128"/>
              </a:endParaRPr>
            </a:p>
          </p:txBody>
        </p:sp>
        <p:sp>
          <p:nvSpPr>
            <p:cNvPr id="2123" name="Rectangle 75"/>
            <p:cNvSpPr>
              <a:spLocks noChangeArrowheads="1"/>
            </p:cNvSpPr>
            <p:nvPr/>
          </p:nvSpPr>
          <p:spPr bwMode="auto">
            <a:xfrm>
              <a:off x="4285" y="1719"/>
              <a:ext cx="226" cy="15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24" name="Rectangle 76"/>
            <p:cNvSpPr>
              <a:spLocks noChangeArrowheads="1"/>
            </p:cNvSpPr>
            <p:nvPr/>
          </p:nvSpPr>
          <p:spPr bwMode="auto">
            <a:xfrm>
              <a:off x="4287" y="1722"/>
              <a:ext cx="262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游ゴシック" charset="-128"/>
                  <a:ea typeface="游ゴシック" charset="-128"/>
                  <a:cs typeface="ＭＳ Ｐゴシック" pitchFamily="50" charset="-128"/>
                </a:rPr>
                <a:t>A14</a:t>
              </a:r>
              <a:endParaRPr kumimoji="1" lang="ja-JP" altLang="ja-JP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  <a:cs typeface="ＭＳ Ｐゴシック" pitchFamily="50" charset="-128"/>
              </a:endParaRPr>
            </a:p>
          </p:txBody>
        </p:sp>
        <p:sp>
          <p:nvSpPr>
            <p:cNvPr id="2125" name="Rectangle 77"/>
            <p:cNvSpPr>
              <a:spLocks noChangeArrowheads="1"/>
            </p:cNvSpPr>
            <p:nvPr/>
          </p:nvSpPr>
          <p:spPr bwMode="auto">
            <a:xfrm>
              <a:off x="5641" y="2204"/>
              <a:ext cx="226" cy="15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26" name="Rectangle 78"/>
            <p:cNvSpPr>
              <a:spLocks noChangeArrowheads="1"/>
            </p:cNvSpPr>
            <p:nvPr/>
          </p:nvSpPr>
          <p:spPr bwMode="auto">
            <a:xfrm>
              <a:off x="5645" y="2208"/>
              <a:ext cx="261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游ゴシック" charset="-128"/>
                  <a:ea typeface="游ゴシック" charset="-128"/>
                  <a:cs typeface="ＭＳ Ｐゴシック" pitchFamily="50" charset="-128"/>
                </a:rPr>
                <a:t>A22</a:t>
              </a:r>
              <a:endParaRPr kumimoji="1" lang="ja-JP" altLang="ja-JP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  <a:cs typeface="ＭＳ Ｐゴシック" pitchFamily="50" charset="-128"/>
              </a:endParaRPr>
            </a:p>
          </p:txBody>
        </p:sp>
        <p:sp>
          <p:nvSpPr>
            <p:cNvPr id="2127" name="Rectangle 79"/>
            <p:cNvSpPr>
              <a:spLocks noChangeArrowheads="1"/>
            </p:cNvSpPr>
            <p:nvPr/>
          </p:nvSpPr>
          <p:spPr bwMode="auto">
            <a:xfrm>
              <a:off x="6800" y="2204"/>
              <a:ext cx="225" cy="15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28" name="Rectangle 80"/>
            <p:cNvSpPr>
              <a:spLocks noChangeArrowheads="1"/>
            </p:cNvSpPr>
            <p:nvPr/>
          </p:nvSpPr>
          <p:spPr bwMode="auto">
            <a:xfrm>
              <a:off x="6802" y="2208"/>
              <a:ext cx="262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游ゴシック" charset="-128"/>
                  <a:ea typeface="游ゴシック" charset="-128"/>
                  <a:cs typeface="ＭＳ Ｐゴシック" pitchFamily="50" charset="-128"/>
                </a:rPr>
                <a:t>A13</a:t>
              </a:r>
              <a:endParaRPr kumimoji="1" lang="ja-JP" altLang="ja-JP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  <a:cs typeface="ＭＳ Ｐゴシック" pitchFamily="50" charset="-128"/>
              </a:endParaRPr>
            </a:p>
          </p:txBody>
        </p:sp>
        <p:sp>
          <p:nvSpPr>
            <p:cNvPr id="2129" name="Rectangle 81"/>
            <p:cNvSpPr>
              <a:spLocks noChangeArrowheads="1"/>
            </p:cNvSpPr>
            <p:nvPr/>
          </p:nvSpPr>
          <p:spPr bwMode="auto">
            <a:xfrm>
              <a:off x="6218" y="2204"/>
              <a:ext cx="226" cy="15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30" name="Rectangle 82"/>
            <p:cNvSpPr>
              <a:spLocks noChangeArrowheads="1"/>
            </p:cNvSpPr>
            <p:nvPr/>
          </p:nvSpPr>
          <p:spPr bwMode="auto">
            <a:xfrm>
              <a:off x="6222" y="2208"/>
              <a:ext cx="262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游ゴシック" charset="-128"/>
                  <a:ea typeface="游ゴシック" charset="-128"/>
                  <a:cs typeface="ＭＳ Ｐゴシック" pitchFamily="50" charset="-128"/>
                </a:rPr>
                <a:t>A04</a:t>
              </a:r>
              <a:endParaRPr kumimoji="1" lang="ja-JP" altLang="ja-JP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  <a:cs typeface="ＭＳ Ｐゴシック" pitchFamily="50" charset="-128"/>
              </a:endParaRPr>
            </a:p>
          </p:txBody>
        </p:sp>
        <p:sp>
          <p:nvSpPr>
            <p:cNvPr id="2131" name="Rectangle 83"/>
            <p:cNvSpPr>
              <a:spLocks noChangeArrowheads="1"/>
            </p:cNvSpPr>
            <p:nvPr/>
          </p:nvSpPr>
          <p:spPr bwMode="auto">
            <a:xfrm>
              <a:off x="5060" y="2689"/>
              <a:ext cx="226" cy="15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32" name="Rectangle 84"/>
            <p:cNvSpPr>
              <a:spLocks noChangeArrowheads="1"/>
            </p:cNvSpPr>
            <p:nvPr/>
          </p:nvSpPr>
          <p:spPr bwMode="auto">
            <a:xfrm>
              <a:off x="5062" y="2691"/>
              <a:ext cx="262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游ゴシック" charset="-128"/>
                  <a:ea typeface="游ゴシック" charset="-128"/>
                  <a:cs typeface="ＭＳ Ｐゴシック" pitchFamily="50" charset="-128"/>
                </a:rPr>
                <a:t>A12</a:t>
              </a:r>
              <a:endParaRPr kumimoji="1" lang="ja-JP" altLang="ja-JP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  <a:cs typeface="ＭＳ Ｐゴシック" pitchFamily="50" charset="-128"/>
              </a:endParaRPr>
            </a:p>
          </p:txBody>
        </p:sp>
        <p:sp>
          <p:nvSpPr>
            <p:cNvPr id="2133" name="Rectangle 85"/>
            <p:cNvSpPr>
              <a:spLocks noChangeArrowheads="1"/>
            </p:cNvSpPr>
            <p:nvPr/>
          </p:nvSpPr>
          <p:spPr bwMode="auto">
            <a:xfrm>
              <a:off x="4285" y="2689"/>
              <a:ext cx="226" cy="15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34" name="Rectangle 86"/>
            <p:cNvSpPr>
              <a:spLocks noChangeArrowheads="1"/>
            </p:cNvSpPr>
            <p:nvPr/>
          </p:nvSpPr>
          <p:spPr bwMode="auto">
            <a:xfrm>
              <a:off x="4287" y="2691"/>
              <a:ext cx="262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游ゴシック" charset="-128"/>
                  <a:ea typeface="游ゴシック" charset="-128"/>
                  <a:cs typeface="ＭＳ Ｐゴシック" pitchFamily="50" charset="-128"/>
                </a:rPr>
                <a:t>A03</a:t>
              </a:r>
              <a:endParaRPr kumimoji="1" lang="ja-JP" altLang="ja-JP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  <a:cs typeface="ＭＳ Ｐゴシック" pitchFamily="50" charset="-128"/>
              </a:endParaRPr>
            </a:p>
          </p:txBody>
        </p:sp>
        <p:sp>
          <p:nvSpPr>
            <p:cNvPr id="2135" name="Rectangle 87"/>
            <p:cNvSpPr>
              <a:spLocks noChangeArrowheads="1"/>
            </p:cNvSpPr>
            <p:nvPr/>
          </p:nvSpPr>
          <p:spPr bwMode="auto">
            <a:xfrm>
              <a:off x="6608" y="3271"/>
              <a:ext cx="228" cy="15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36" name="Rectangle 88"/>
            <p:cNvSpPr>
              <a:spLocks noChangeArrowheads="1"/>
            </p:cNvSpPr>
            <p:nvPr/>
          </p:nvSpPr>
          <p:spPr bwMode="auto">
            <a:xfrm>
              <a:off x="6609" y="3274"/>
              <a:ext cx="262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游ゴシック" charset="-128"/>
                  <a:ea typeface="游ゴシック" charset="-128"/>
                  <a:cs typeface="ＭＳ Ｐゴシック" pitchFamily="50" charset="-128"/>
                </a:rPr>
                <a:t>B11</a:t>
              </a:r>
              <a:endParaRPr kumimoji="1" lang="ja-JP" altLang="ja-JP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  <a:cs typeface="ＭＳ Ｐゴシック" pitchFamily="50" charset="-128"/>
              </a:endParaRPr>
            </a:p>
          </p:txBody>
        </p:sp>
        <p:sp>
          <p:nvSpPr>
            <p:cNvPr id="2137" name="Rectangle 89"/>
            <p:cNvSpPr>
              <a:spLocks noChangeArrowheads="1"/>
            </p:cNvSpPr>
            <p:nvPr/>
          </p:nvSpPr>
          <p:spPr bwMode="auto">
            <a:xfrm>
              <a:off x="5639" y="3271"/>
              <a:ext cx="230" cy="15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38" name="Rectangle 90"/>
            <p:cNvSpPr>
              <a:spLocks noChangeArrowheads="1"/>
            </p:cNvSpPr>
            <p:nvPr/>
          </p:nvSpPr>
          <p:spPr bwMode="auto">
            <a:xfrm>
              <a:off x="5642" y="3274"/>
              <a:ext cx="262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游ゴシック" charset="-128"/>
                  <a:ea typeface="游ゴシック" charset="-128"/>
                  <a:cs typeface="ＭＳ Ｐゴシック" pitchFamily="50" charset="-128"/>
                </a:rPr>
                <a:t>B02</a:t>
              </a:r>
              <a:endParaRPr kumimoji="1" lang="ja-JP" altLang="ja-JP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  <a:cs typeface="ＭＳ Ｐゴシック" pitchFamily="50" charset="-128"/>
              </a:endParaRPr>
            </a:p>
          </p:txBody>
        </p:sp>
        <p:sp>
          <p:nvSpPr>
            <p:cNvPr id="2139" name="Rectangle 91"/>
            <p:cNvSpPr>
              <a:spLocks noChangeArrowheads="1"/>
            </p:cNvSpPr>
            <p:nvPr/>
          </p:nvSpPr>
          <p:spPr bwMode="auto">
            <a:xfrm>
              <a:off x="4673" y="3562"/>
              <a:ext cx="230" cy="15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40" name="Rectangle 92"/>
            <p:cNvSpPr>
              <a:spLocks noChangeArrowheads="1"/>
            </p:cNvSpPr>
            <p:nvPr/>
          </p:nvSpPr>
          <p:spPr bwMode="auto">
            <a:xfrm>
              <a:off x="4675" y="3565"/>
              <a:ext cx="261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游ゴシック" charset="-128"/>
                  <a:ea typeface="游ゴシック" charset="-128"/>
                  <a:cs typeface="ＭＳ Ｐゴシック" pitchFamily="50" charset="-128"/>
                </a:rPr>
                <a:t>B01</a:t>
              </a:r>
              <a:endParaRPr kumimoji="1" lang="ja-JP" altLang="ja-JP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  <a:cs typeface="ＭＳ Ｐゴシック" pitchFamily="50" charset="-128"/>
              </a:endParaRPr>
            </a:p>
          </p:txBody>
        </p:sp>
        <p:sp>
          <p:nvSpPr>
            <p:cNvPr id="2141" name="Rectangle 93"/>
            <p:cNvSpPr>
              <a:spLocks noChangeArrowheads="1"/>
            </p:cNvSpPr>
            <p:nvPr/>
          </p:nvSpPr>
          <p:spPr bwMode="auto">
            <a:xfrm>
              <a:off x="5639" y="3758"/>
              <a:ext cx="230" cy="15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42" name="Rectangle 94"/>
            <p:cNvSpPr>
              <a:spLocks noChangeArrowheads="1"/>
            </p:cNvSpPr>
            <p:nvPr/>
          </p:nvSpPr>
          <p:spPr bwMode="auto">
            <a:xfrm>
              <a:off x="5642" y="3761"/>
              <a:ext cx="262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游ゴシック" charset="-128"/>
                  <a:ea typeface="游ゴシック" charset="-128"/>
                  <a:cs typeface="ＭＳ Ｐゴシック" pitchFamily="50" charset="-128"/>
                </a:rPr>
                <a:t>B00</a:t>
              </a:r>
              <a:endParaRPr kumimoji="1" lang="ja-JP" altLang="ja-JP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  <a:cs typeface="ＭＳ Ｐゴシック" pitchFamily="50" charset="-128"/>
              </a:endParaRPr>
            </a:p>
          </p:txBody>
        </p:sp>
        <p:sp>
          <p:nvSpPr>
            <p:cNvPr id="2143" name="Rectangle 95"/>
            <p:cNvSpPr>
              <a:spLocks noChangeArrowheads="1"/>
            </p:cNvSpPr>
            <p:nvPr/>
          </p:nvSpPr>
          <p:spPr bwMode="auto">
            <a:xfrm>
              <a:off x="4671" y="848"/>
              <a:ext cx="229" cy="15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44" name="Rectangle 96"/>
            <p:cNvSpPr>
              <a:spLocks noChangeArrowheads="1"/>
            </p:cNvSpPr>
            <p:nvPr/>
          </p:nvSpPr>
          <p:spPr bwMode="auto">
            <a:xfrm>
              <a:off x="4672" y="848"/>
              <a:ext cx="262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游ゴシック" charset="-128"/>
                  <a:ea typeface="游ゴシック" charset="-128"/>
                  <a:cs typeface="ＭＳ Ｐゴシック" pitchFamily="50" charset="-128"/>
                </a:rPr>
                <a:t>B34</a:t>
              </a:r>
              <a:endParaRPr kumimoji="1" lang="ja-JP" altLang="ja-JP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  <a:cs typeface="ＭＳ Ｐゴシック" pitchFamily="50" charset="-128"/>
              </a:endParaRPr>
            </a:p>
          </p:txBody>
        </p:sp>
        <p:sp>
          <p:nvSpPr>
            <p:cNvPr id="2145" name="Rectangle 97"/>
            <p:cNvSpPr>
              <a:spLocks noChangeArrowheads="1"/>
            </p:cNvSpPr>
            <p:nvPr/>
          </p:nvSpPr>
          <p:spPr bwMode="auto">
            <a:xfrm>
              <a:off x="5639" y="1137"/>
              <a:ext cx="230" cy="15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46" name="Rectangle 98"/>
            <p:cNvSpPr>
              <a:spLocks noChangeArrowheads="1"/>
            </p:cNvSpPr>
            <p:nvPr/>
          </p:nvSpPr>
          <p:spPr bwMode="auto">
            <a:xfrm>
              <a:off x="5642" y="1138"/>
              <a:ext cx="262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游ゴシック" charset="-128"/>
                  <a:ea typeface="游ゴシック" charset="-128"/>
                  <a:cs typeface="ＭＳ Ｐゴシック" pitchFamily="50" charset="-128"/>
                </a:rPr>
                <a:t>B24</a:t>
              </a:r>
              <a:endParaRPr kumimoji="1" lang="ja-JP" altLang="ja-JP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  <a:cs typeface="ＭＳ Ｐゴシック" pitchFamily="50" charset="-128"/>
              </a:endParaRPr>
            </a:p>
          </p:txBody>
        </p:sp>
        <p:sp>
          <p:nvSpPr>
            <p:cNvPr id="2147" name="Rectangle 99"/>
            <p:cNvSpPr>
              <a:spLocks noChangeArrowheads="1"/>
            </p:cNvSpPr>
            <p:nvPr/>
          </p:nvSpPr>
          <p:spPr bwMode="auto">
            <a:xfrm>
              <a:off x="5639" y="1719"/>
              <a:ext cx="230" cy="15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48" name="Rectangle 100"/>
            <p:cNvSpPr>
              <a:spLocks noChangeArrowheads="1"/>
            </p:cNvSpPr>
            <p:nvPr/>
          </p:nvSpPr>
          <p:spPr bwMode="auto">
            <a:xfrm>
              <a:off x="5642" y="1722"/>
              <a:ext cx="262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游ゴシック" charset="-128"/>
                  <a:ea typeface="游ゴシック" charset="-128"/>
                  <a:cs typeface="ＭＳ Ｐゴシック" pitchFamily="50" charset="-128"/>
                </a:rPr>
                <a:t>B23</a:t>
              </a:r>
              <a:endParaRPr kumimoji="1" lang="ja-JP" altLang="ja-JP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  <a:cs typeface="ＭＳ Ｐゴシック" pitchFamily="50" charset="-128"/>
              </a:endParaRPr>
            </a:p>
          </p:txBody>
        </p:sp>
        <p:sp>
          <p:nvSpPr>
            <p:cNvPr id="2149" name="Rectangle 101"/>
            <p:cNvSpPr>
              <a:spLocks noChangeArrowheads="1"/>
            </p:cNvSpPr>
            <p:nvPr/>
          </p:nvSpPr>
          <p:spPr bwMode="auto">
            <a:xfrm>
              <a:off x="6416" y="1719"/>
              <a:ext cx="228" cy="15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50" name="Rectangle 102"/>
            <p:cNvSpPr>
              <a:spLocks noChangeArrowheads="1"/>
            </p:cNvSpPr>
            <p:nvPr/>
          </p:nvSpPr>
          <p:spPr bwMode="auto">
            <a:xfrm>
              <a:off x="6416" y="1722"/>
              <a:ext cx="262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游ゴシック" charset="-128"/>
                  <a:ea typeface="游ゴシック" charset="-128"/>
                  <a:cs typeface="ＭＳ Ｐゴシック" pitchFamily="50" charset="-128"/>
                </a:rPr>
                <a:t>B14</a:t>
              </a:r>
              <a:endParaRPr kumimoji="1" lang="ja-JP" altLang="ja-JP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  <a:cs typeface="ＭＳ Ｐゴシック" pitchFamily="50" charset="-128"/>
              </a:endParaRPr>
            </a:p>
          </p:txBody>
        </p:sp>
        <p:sp>
          <p:nvSpPr>
            <p:cNvPr id="2151" name="Rectangle 103"/>
            <p:cNvSpPr>
              <a:spLocks noChangeArrowheads="1"/>
            </p:cNvSpPr>
            <p:nvPr/>
          </p:nvSpPr>
          <p:spPr bwMode="auto">
            <a:xfrm>
              <a:off x="5062" y="2204"/>
              <a:ext cx="230" cy="15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52" name="Rectangle 104"/>
            <p:cNvSpPr>
              <a:spLocks noChangeArrowheads="1"/>
            </p:cNvSpPr>
            <p:nvPr/>
          </p:nvSpPr>
          <p:spPr bwMode="auto">
            <a:xfrm>
              <a:off x="5063" y="2208"/>
              <a:ext cx="262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游ゴシック" charset="-128"/>
                  <a:ea typeface="游ゴシック" charset="-128"/>
                  <a:cs typeface="ＭＳ Ｐゴシック" pitchFamily="50" charset="-128"/>
                </a:rPr>
                <a:t>B22</a:t>
              </a:r>
              <a:endParaRPr kumimoji="1" lang="ja-JP" altLang="ja-JP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  <a:cs typeface="ＭＳ Ｐゴシック" pitchFamily="50" charset="-128"/>
              </a:endParaRPr>
            </a:p>
          </p:txBody>
        </p:sp>
        <p:sp>
          <p:nvSpPr>
            <p:cNvPr id="2153" name="Rectangle 105"/>
            <p:cNvSpPr>
              <a:spLocks noChangeArrowheads="1"/>
            </p:cNvSpPr>
            <p:nvPr/>
          </p:nvSpPr>
          <p:spPr bwMode="auto">
            <a:xfrm>
              <a:off x="3900" y="2204"/>
              <a:ext cx="230" cy="15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54" name="Rectangle 106"/>
            <p:cNvSpPr>
              <a:spLocks noChangeArrowheads="1"/>
            </p:cNvSpPr>
            <p:nvPr/>
          </p:nvSpPr>
          <p:spPr bwMode="auto">
            <a:xfrm>
              <a:off x="3902" y="2208"/>
              <a:ext cx="261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游ゴシック" charset="-128"/>
                  <a:ea typeface="游ゴシック" charset="-128"/>
                  <a:cs typeface="ＭＳ Ｐゴシック" pitchFamily="50" charset="-128"/>
                </a:rPr>
                <a:t>B13</a:t>
              </a:r>
              <a:endParaRPr kumimoji="1" lang="ja-JP" altLang="ja-JP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  <a:cs typeface="ＭＳ Ｐゴシック" pitchFamily="50" charset="-128"/>
              </a:endParaRPr>
            </a:p>
          </p:txBody>
        </p:sp>
        <p:sp>
          <p:nvSpPr>
            <p:cNvPr id="2155" name="Rectangle 107"/>
            <p:cNvSpPr>
              <a:spLocks noChangeArrowheads="1"/>
            </p:cNvSpPr>
            <p:nvPr/>
          </p:nvSpPr>
          <p:spPr bwMode="auto">
            <a:xfrm>
              <a:off x="4481" y="2204"/>
              <a:ext cx="228" cy="15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56" name="Rectangle 108"/>
            <p:cNvSpPr>
              <a:spLocks noChangeArrowheads="1"/>
            </p:cNvSpPr>
            <p:nvPr/>
          </p:nvSpPr>
          <p:spPr bwMode="auto">
            <a:xfrm>
              <a:off x="4482" y="2208"/>
              <a:ext cx="261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游ゴシック" charset="-128"/>
                  <a:ea typeface="游ゴシック" charset="-128"/>
                  <a:cs typeface="ＭＳ Ｐゴシック" pitchFamily="50" charset="-128"/>
                </a:rPr>
                <a:t>B04</a:t>
              </a:r>
              <a:endParaRPr kumimoji="1" lang="ja-JP" altLang="ja-JP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  <a:cs typeface="ＭＳ Ｐゴシック" pitchFamily="50" charset="-128"/>
              </a:endParaRPr>
            </a:p>
          </p:txBody>
        </p:sp>
        <p:sp>
          <p:nvSpPr>
            <p:cNvPr id="2157" name="Rectangle 109"/>
            <p:cNvSpPr>
              <a:spLocks noChangeArrowheads="1"/>
            </p:cNvSpPr>
            <p:nvPr/>
          </p:nvSpPr>
          <p:spPr bwMode="auto">
            <a:xfrm>
              <a:off x="5639" y="2689"/>
              <a:ext cx="230" cy="15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58" name="Rectangle 110"/>
            <p:cNvSpPr>
              <a:spLocks noChangeArrowheads="1"/>
            </p:cNvSpPr>
            <p:nvPr/>
          </p:nvSpPr>
          <p:spPr bwMode="auto">
            <a:xfrm>
              <a:off x="5642" y="2691"/>
              <a:ext cx="262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游ゴシック" charset="-128"/>
                  <a:ea typeface="游ゴシック" charset="-128"/>
                  <a:cs typeface="ＭＳ Ｐゴシック" pitchFamily="50" charset="-128"/>
                </a:rPr>
                <a:t>B12</a:t>
              </a:r>
              <a:endParaRPr kumimoji="1" lang="ja-JP" altLang="ja-JP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  <a:cs typeface="ＭＳ Ｐゴシック" pitchFamily="50" charset="-128"/>
              </a:endParaRPr>
            </a:p>
          </p:txBody>
        </p:sp>
        <p:sp>
          <p:nvSpPr>
            <p:cNvPr id="2159" name="Rectangle 111"/>
            <p:cNvSpPr>
              <a:spLocks noChangeArrowheads="1"/>
            </p:cNvSpPr>
            <p:nvPr/>
          </p:nvSpPr>
          <p:spPr bwMode="auto">
            <a:xfrm>
              <a:off x="6416" y="2689"/>
              <a:ext cx="228" cy="15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60" name="Rectangle 112"/>
            <p:cNvSpPr>
              <a:spLocks noChangeArrowheads="1"/>
            </p:cNvSpPr>
            <p:nvPr/>
          </p:nvSpPr>
          <p:spPr bwMode="auto">
            <a:xfrm>
              <a:off x="6416" y="2691"/>
              <a:ext cx="262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游ゴシック" charset="-128"/>
                  <a:ea typeface="游ゴシック" charset="-128"/>
                  <a:cs typeface="ＭＳ Ｐゴシック" pitchFamily="50" charset="-128"/>
                </a:rPr>
                <a:t>B03</a:t>
              </a:r>
              <a:endParaRPr kumimoji="1" lang="ja-JP" altLang="ja-JP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  <a:cs typeface="ＭＳ Ｐゴシック" pitchFamily="50" charset="-128"/>
              </a:endParaRPr>
            </a:p>
          </p:txBody>
        </p:sp>
        <p:sp>
          <p:nvSpPr>
            <p:cNvPr id="2161" name="Rectangle 113"/>
            <p:cNvSpPr>
              <a:spLocks noChangeArrowheads="1"/>
            </p:cNvSpPr>
            <p:nvPr/>
          </p:nvSpPr>
          <p:spPr bwMode="auto">
            <a:xfrm>
              <a:off x="4094" y="3271"/>
              <a:ext cx="225" cy="15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62" name="Rectangle 114"/>
            <p:cNvSpPr>
              <a:spLocks noChangeArrowheads="1"/>
            </p:cNvSpPr>
            <p:nvPr/>
          </p:nvSpPr>
          <p:spPr bwMode="auto">
            <a:xfrm>
              <a:off x="4094" y="3274"/>
              <a:ext cx="262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游ゴシック" charset="-128"/>
                  <a:ea typeface="游ゴシック" charset="-128"/>
                  <a:cs typeface="ＭＳ Ｐゴシック" pitchFamily="50" charset="-128"/>
                </a:rPr>
                <a:t>A11</a:t>
              </a:r>
              <a:endParaRPr kumimoji="1" lang="ja-JP" altLang="ja-JP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  <a:cs typeface="ＭＳ Ｐゴシック" pitchFamily="50" charset="-128"/>
              </a:endParaRPr>
            </a:p>
          </p:txBody>
        </p:sp>
        <p:sp>
          <p:nvSpPr>
            <p:cNvPr id="2163" name="Rectangle 115"/>
            <p:cNvSpPr>
              <a:spLocks noChangeArrowheads="1"/>
            </p:cNvSpPr>
            <p:nvPr/>
          </p:nvSpPr>
          <p:spPr bwMode="auto">
            <a:xfrm>
              <a:off x="5060" y="3271"/>
              <a:ext cx="226" cy="15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64" name="Rectangle 116"/>
            <p:cNvSpPr>
              <a:spLocks noChangeArrowheads="1"/>
            </p:cNvSpPr>
            <p:nvPr/>
          </p:nvSpPr>
          <p:spPr bwMode="auto">
            <a:xfrm>
              <a:off x="5062" y="3274"/>
              <a:ext cx="262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游ゴシック" charset="-128"/>
                  <a:ea typeface="游ゴシック" charset="-128"/>
                  <a:cs typeface="ＭＳ Ｐゴシック" pitchFamily="50" charset="-128"/>
                </a:rPr>
                <a:t>A02</a:t>
              </a:r>
              <a:endParaRPr kumimoji="1" lang="ja-JP" altLang="ja-JP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  <a:cs typeface="ＭＳ Ｐゴシック" pitchFamily="50" charset="-128"/>
              </a:endParaRPr>
            </a:p>
          </p:txBody>
        </p:sp>
        <p:sp>
          <p:nvSpPr>
            <p:cNvPr id="2165" name="Rectangle 117"/>
            <p:cNvSpPr>
              <a:spLocks noChangeArrowheads="1"/>
            </p:cNvSpPr>
            <p:nvPr/>
          </p:nvSpPr>
          <p:spPr bwMode="auto">
            <a:xfrm>
              <a:off x="6027" y="3562"/>
              <a:ext cx="225" cy="15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66" name="Rectangle 118"/>
            <p:cNvSpPr>
              <a:spLocks noChangeArrowheads="1"/>
            </p:cNvSpPr>
            <p:nvPr/>
          </p:nvSpPr>
          <p:spPr bwMode="auto">
            <a:xfrm>
              <a:off x="6029" y="3565"/>
              <a:ext cx="262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游ゴシック" charset="-128"/>
                  <a:ea typeface="游ゴシック" charset="-128"/>
                  <a:cs typeface="ＭＳ Ｐゴシック" pitchFamily="50" charset="-128"/>
                </a:rPr>
                <a:t>A01</a:t>
              </a:r>
              <a:endParaRPr kumimoji="1" lang="ja-JP" altLang="ja-JP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  <a:cs typeface="ＭＳ Ｐゴシック" pitchFamily="50" charset="-128"/>
              </a:endParaRPr>
            </a:p>
          </p:txBody>
        </p:sp>
        <p:sp>
          <p:nvSpPr>
            <p:cNvPr id="2167" name="Rectangle 119"/>
            <p:cNvSpPr>
              <a:spLocks noChangeArrowheads="1"/>
            </p:cNvSpPr>
            <p:nvPr/>
          </p:nvSpPr>
          <p:spPr bwMode="auto">
            <a:xfrm>
              <a:off x="5060" y="3758"/>
              <a:ext cx="226" cy="15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68" name="Rectangle 120"/>
            <p:cNvSpPr>
              <a:spLocks noChangeArrowheads="1"/>
            </p:cNvSpPr>
            <p:nvPr/>
          </p:nvSpPr>
          <p:spPr bwMode="auto">
            <a:xfrm>
              <a:off x="5062" y="3761"/>
              <a:ext cx="262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游ゴシック" charset="-128"/>
                  <a:ea typeface="游ゴシック" charset="-128"/>
                  <a:cs typeface="ＭＳ Ｐゴシック" pitchFamily="50" charset="-128"/>
                </a:rPr>
                <a:t>A00</a:t>
              </a:r>
              <a:endParaRPr kumimoji="1" lang="ja-JP" altLang="ja-JP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  <a:cs typeface="ＭＳ Ｐゴシック" pitchFamily="50" charset="-128"/>
              </a:endParaRPr>
            </a:p>
          </p:txBody>
        </p:sp>
      </p:grp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FD83A5DC-8F39-485E-8F66-58532DD3C789}"/>
              </a:ext>
            </a:extLst>
          </p:cNvPr>
          <p:cNvGrpSpPr/>
          <p:nvPr/>
        </p:nvGrpSpPr>
        <p:grpSpPr>
          <a:xfrm>
            <a:off x="6206870" y="965689"/>
            <a:ext cx="4958718" cy="5275631"/>
            <a:chOff x="6194995" y="965689"/>
            <a:chExt cx="4958718" cy="5275631"/>
          </a:xfrm>
        </p:grpSpPr>
        <p:sp>
          <p:nvSpPr>
            <p:cNvPr id="309" name="楕円 308">
              <a:extLst>
                <a:ext uri="{FF2B5EF4-FFF2-40B4-BE49-F238E27FC236}">
                  <a16:creationId xmlns:a16="http://schemas.microsoft.com/office/drawing/2014/main" id="{EB78D80D-07AD-45C1-8101-F4957DFE869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39533" y="965689"/>
              <a:ext cx="356400" cy="3564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0" name="楕円 309">
              <a:extLst>
                <a:ext uri="{FF2B5EF4-FFF2-40B4-BE49-F238E27FC236}">
                  <a16:creationId xmlns:a16="http://schemas.microsoft.com/office/drawing/2014/main" id="{7C82E4B3-ACF1-48FC-8AAB-1F108FB3EC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39533" y="5884920"/>
              <a:ext cx="356400" cy="3564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1" name="楕円 310">
              <a:extLst>
                <a:ext uri="{FF2B5EF4-FFF2-40B4-BE49-F238E27FC236}">
                  <a16:creationId xmlns:a16="http://schemas.microsoft.com/office/drawing/2014/main" id="{A0E4B88B-4BFD-4C57-879D-6DA1FAAAC3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13401" y="5579613"/>
              <a:ext cx="356400" cy="3564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2" name="楕円 311">
              <a:extLst>
                <a:ext uri="{FF2B5EF4-FFF2-40B4-BE49-F238E27FC236}">
                  <a16:creationId xmlns:a16="http://schemas.microsoft.com/office/drawing/2014/main" id="{F4F08933-B570-43C4-ADAF-55A4947A01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99002" y="5122411"/>
              <a:ext cx="356400" cy="3564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3" name="楕円 312">
              <a:extLst>
                <a:ext uri="{FF2B5EF4-FFF2-40B4-BE49-F238E27FC236}">
                  <a16:creationId xmlns:a16="http://schemas.microsoft.com/office/drawing/2014/main" id="{073BC67C-3F26-4DD8-9216-9181DE0415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39533" y="5122411"/>
              <a:ext cx="356400" cy="3564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4" name="楕円 313">
              <a:extLst>
                <a:ext uri="{FF2B5EF4-FFF2-40B4-BE49-F238E27FC236}">
                  <a16:creationId xmlns:a16="http://schemas.microsoft.com/office/drawing/2014/main" id="{27C292D0-B69A-4BCA-8316-35ACA6B562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05174" y="4189992"/>
              <a:ext cx="356400" cy="3564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5" name="楕円 314">
              <a:extLst>
                <a:ext uri="{FF2B5EF4-FFF2-40B4-BE49-F238E27FC236}">
                  <a16:creationId xmlns:a16="http://schemas.microsoft.com/office/drawing/2014/main" id="{BF31E67D-6319-4AB4-8FDD-62F5276B19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39533" y="4189992"/>
              <a:ext cx="356400" cy="3564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6" name="楕円 315">
              <a:extLst>
                <a:ext uri="{FF2B5EF4-FFF2-40B4-BE49-F238E27FC236}">
                  <a16:creationId xmlns:a16="http://schemas.microsoft.com/office/drawing/2014/main" id="{A8D55574-0B03-4424-8985-C9DB9FB030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39533" y="3429456"/>
              <a:ext cx="356400" cy="3564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7" name="楕円 316">
              <a:extLst>
                <a:ext uri="{FF2B5EF4-FFF2-40B4-BE49-F238E27FC236}">
                  <a16:creationId xmlns:a16="http://schemas.microsoft.com/office/drawing/2014/main" id="{A032F028-B45F-4807-8BDF-FD0D59B6A8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17841" y="3429456"/>
              <a:ext cx="356400" cy="3564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8" name="楕円 317">
              <a:extLst>
                <a:ext uri="{FF2B5EF4-FFF2-40B4-BE49-F238E27FC236}">
                  <a16:creationId xmlns:a16="http://schemas.microsoft.com/office/drawing/2014/main" id="{1738D928-4074-4FBB-A914-773C5928A5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94995" y="3429000"/>
              <a:ext cx="356400" cy="3564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9" name="楕円 318">
              <a:extLst>
                <a:ext uri="{FF2B5EF4-FFF2-40B4-BE49-F238E27FC236}">
                  <a16:creationId xmlns:a16="http://schemas.microsoft.com/office/drawing/2014/main" id="{01781300-E795-49C2-99B1-BA765BF9DD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39533" y="2663224"/>
              <a:ext cx="356400" cy="3564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0" name="楕円 319">
              <a:extLst>
                <a:ext uri="{FF2B5EF4-FFF2-40B4-BE49-F238E27FC236}">
                  <a16:creationId xmlns:a16="http://schemas.microsoft.com/office/drawing/2014/main" id="{EFB11A7B-6645-45E3-B896-DBAC082CF6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05174" y="2663224"/>
              <a:ext cx="356400" cy="3564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1" name="楕円 320">
              <a:extLst>
                <a:ext uri="{FF2B5EF4-FFF2-40B4-BE49-F238E27FC236}">
                  <a16:creationId xmlns:a16="http://schemas.microsoft.com/office/drawing/2014/main" id="{470E9ECF-F9AD-4ADC-B2ED-13138830D23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99002" y="1726693"/>
              <a:ext cx="356400" cy="3564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2" name="楕円 321">
              <a:extLst>
                <a:ext uri="{FF2B5EF4-FFF2-40B4-BE49-F238E27FC236}">
                  <a16:creationId xmlns:a16="http://schemas.microsoft.com/office/drawing/2014/main" id="{3D2323AB-D74B-4EDE-BE7B-039356ACDA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39533" y="1724257"/>
              <a:ext cx="356400" cy="3564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3" name="楕円 322">
              <a:extLst>
                <a:ext uri="{FF2B5EF4-FFF2-40B4-BE49-F238E27FC236}">
                  <a16:creationId xmlns:a16="http://schemas.microsoft.com/office/drawing/2014/main" id="{5C4BD015-B965-4F24-B6D6-1B72B0D03F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13401" y="1273133"/>
              <a:ext cx="356400" cy="3564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327" name="グループ化 326">
              <a:extLst>
                <a:ext uri="{FF2B5EF4-FFF2-40B4-BE49-F238E27FC236}">
                  <a16:creationId xmlns:a16="http://schemas.microsoft.com/office/drawing/2014/main" id="{F9294DC5-EC79-41A4-8B93-B34F46AA746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577486" y="5639013"/>
              <a:ext cx="356400" cy="237600"/>
              <a:chOff x="4009900" y="5286627"/>
              <a:chExt cx="543300" cy="540000"/>
            </a:xfrm>
          </p:grpSpPr>
          <p:cxnSp>
            <p:nvCxnSpPr>
              <p:cNvPr id="328" name="直線コネクタ 327">
                <a:extLst>
                  <a:ext uri="{FF2B5EF4-FFF2-40B4-BE49-F238E27FC236}">
                    <a16:creationId xmlns:a16="http://schemas.microsoft.com/office/drawing/2014/main" id="{AEE5B576-83E4-428D-A4B8-2FA0FADDA2C3}"/>
                  </a:ext>
                </a:extLst>
              </p:cNvPr>
              <p:cNvCxnSpPr/>
              <p:nvPr/>
            </p:nvCxnSpPr>
            <p:spPr>
              <a:xfrm>
                <a:off x="4013200" y="5286627"/>
                <a:ext cx="540000" cy="54000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直線コネクタ 328">
                <a:extLst>
                  <a:ext uri="{FF2B5EF4-FFF2-40B4-BE49-F238E27FC236}">
                    <a16:creationId xmlns:a16="http://schemas.microsoft.com/office/drawing/2014/main" id="{4B22609C-305B-4A52-B833-0964BB3104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09900" y="5286627"/>
                <a:ext cx="540000" cy="54000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0" name="グループ化 329">
              <a:extLst>
                <a:ext uri="{FF2B5EF4-FFF2-40B4-BE49-F238E27FC236}">
                  <a16:creationId xmlns:a16="http://schemas.microsoft.com/office/drawing/2014/main" id="{930BA05B-00E1-480A-A933-BFA657E36D4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963123" y="1783657"/>
              <a:ext cx="356400" cy="237600"/>
              <a:chOff x="4009900" y="5286627"/>
              <a:chExt cx="543300" cy="540000"/>
            </a:xfrm>
          </p:grpSpPr>
          <p:cxnSp>
            <p:nvCxnSpPr>
              <p:cNvPr id="331" name="直線コネクタ 330">
                <a:extLst>
                  <a:ext uri="{FF2B5EF4-FFF2-40B4-BE49-F238E27FC236}">
                    <a16:creationId xmlns:a16="http://schemas.microsoft.com/office/drawing/2014/main" id="{9D22FCE9-C2DB-4D40-AC67-F9FFCAAAFF0E}"/>
                  </a:ext>
                </a:extLst>
              </p:cNvPr>
              <p:cNvCxnSpPr/>
              <p:nvPr/>
            </p:nvCxnSpPr>
            <p:spPr>
              <a:xfrm>
                <a:off x="4013200" y="5286627"/>
                <a:ext cx="540000" cy="54000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直線コネクタ 331">
                <a:extLst>
                  <a:ext uri="{FF2B5EF4-FFF2-40B4-BE49-F238E27FC236}">
                    <a16:creationId xmlns:a16="http://schemas.microsoft.com/office/drawing/2014/main" id="{6F74F11F-71D1-42BC-BE7A-F49B1F7BF7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09900" y="5286627"/>
                <a:ext cx="540000" cy="54000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3" name="グループ化 332">
              <a:extLst>
                <a:ext uri="{FF2B5EF4-FFF2-40B4-BE49-F238E27FC236}">
                  <a16:creationId xmlns:a16="http://schemas.microsoft.com/office/drawing/2014/main" id="{D240F3F7-4C6A-4039-B931-B45B8DCA44C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960958" y="2727811"/>
              <a:ext cx="356400" cy="237600"/>
              <a:chOff x="4009900" y="5286627"/>
              <a:chExt cx="543300" cy="540000"/>
            </a:xfrm>
          </p:grpSpPr>
          <p:cxnSp>
            <p:nvCxnSpPr>
              <p:cNvPr id="334" name="直線コネクタ 333">
                <a:extLst>
                  <a:ext uri="{FF2B5EF4-FFF2-40B4-BE49-F238E27FC236}">
                    <a16:creationId xmlns:a16="http://schemas.microsoft.com/office/drawing/2014/main" id="{629C3F24-733B-48C7-88DE-811DFBD9F540}"/>
                  </a:ext>
                </a:extLst>
              </p:cNvPr>
              <p:cNvCxnSpPr/>
              <p:nvPr/>
            </p:nvCxnSpPr>
            <p:spPr>
              <a:xfrm>
                <a:off x="4013200" y="5286627"/>
                <a:ext cx="540000" cy="54000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直線コネクタ 334">
                <a:extLst>
                  <a:ext uri="{FF2B5EF4-FFF2-40B4-BE49-F238E27FC236}">
                    <a16:creationId xmlns:a16="http://schemas.microsoft.com/office/drawing/2014/main" id="{AEC581F3-2625-4810-8CD1-F1FB79B766E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09900" y="5286627"/>
                <a:ext cx="540000" cy="54000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6" name="グループ化 335">
              <a:extLst>
                <a:ext uri="{FF2B5EF4-FFF2-40B4-BE49-F238E27FC236}">
                  <a16:creationId xmlns:a16="http://schemas.microsoft.com/office/drawing/2014/main" id="{C68AE00F-8A9C-47C0-BB63-D432CE8F237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960958" y="3488400"/>
              <a:ext cx="356400" cy="237600"/>
              <a:chOff x="4009900" y="5286627"/>
              <a:chExt cx="543300" cy="540000"/>
            </a:xfrm>
          </p:grpSpPr>
          <p:cxnSp>
            <p:nvCxnSpPr>
              <p:cNvPr id="337" name="直線コネクタ 336">
                <a:extLst>
                  <a:ext uri="{FF2B5EF4-FFF2-40B4-BE49-F238E27FC236}">
                    <a16:creationId xmlns:a16="http://schemas.microsoft.com/office/drawing/2014/main" id="{D62C4E77-491E-49F1-8CE1-189597E4E8FE}"/>
                  </a:ext>
                </a:extLst>
              </p:cNvPr>
              <p:cNvCxnSpPr/>
              <p:nvPr/>
            </p:nvCxnSpPr>
            <p:spPr>
              <a:xfrm>
                <a:off x="4013200" y="5286627"/>
                <a:ext cx="540000" cy="54000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直線コネクタ 337">
                <a:extLst>
                  <a:ext uri="{FF2B5EF4-FFF2-40B4-BE49-F238E27FC236}">
                    <a16:creationId xmlns:a16="http://schemas.microsoft.com/office/drawing/2014/main" id="{F90FE609-BAE5-4098-BA06-293EBFAEE6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09900" y="5286627"/>
                <a:ext cx="540000" cy="54000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9" name="グループ化 338">
              <a:extLst>
                <a:ext uri="{FF2B5EF4-FFF2-40B4-BE49-F238E27FC236}">
                  <a16:creationId xmlns:a16="http://schemas.microsoft.com/office/drawing/2014/main" id="{21AF5523-05CE-4408-9063-EB313990981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960958" y="4249392"/>
              <a:ext cx="356400" cy="237600"/>
              <a:chOff x="4009900" y="5286627"/>
              <a:chExt cx="543300" cy="540000"/>
            </a:xfrm>
          </p:grpSpPr>
          <p:cxnSp>
            <p:nvCxnSpPr>
              <p:cNvPr id="340" name="直線コネクタ 339">
                <a:extLst>
                  <a:ext uri="{FF2B5EF4-FFF2-40B4-BE49-F238E27FC236}">
                    <a16:creationId xmlns:a16="http://schemas.microsoft.com/office/drawing/2014/main" id="{A6420C52-69F1-4CB0-A61C-32E2C4B29050}"/>
                  </a:ext>
                </a:extLst>
              </p:cNvPr>
              <p:cNvCxnSpPr/>
              <p:nvPr/>
            </p:nvCxnSpPr>
            <p:spPr>
              <a:xfrm>
                <a:off x="4013200" y="5286627"/>
                <a:ext cx="540000" cy="54000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直線コネクタ 340">
                <a:extLst>
                  <a:ext uri="{FF2B5EF4-FFF2-40B4-BE49-F238E27FC236}">
                    <a16:creationId xmlns:a16="http://schemas.microsoft.com/office/drawing/2014/main" id="{A9B6A2E8-4BCA-4B8F-A28B-B2DE04D1617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09900" y="5286627"/>
                <a:ext cx="540000" cy="54000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2" name="グループ化 341">
              <a:extLst>
                <a:ext uri="{FF2B5EF4-FFF2-40B4-BE49-F238E27FC236}">
                  <a16:creationId xmlns:a16="http://schemas.microsoft.com/office/drawing/2014/main" id="{4EB0C506-4E94-42DC-A7F8-C3D47DCAB03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960958" y="5181811"/>
              <a:ext cx="356400" cy="237600"/>
              <a:chOff x="4009900" y="5286627"/>
              <a:chExt cx="543300" cy="540000"/>
            </a:xfrm>
          </p:grpSpPr>
          <p:cxnSp>
            <p:nvCxnSpPr>
              <p:cNvPr id="343" name="直線コネクタ 342">
                <a:extLst>
                  <a:ext uri="{FF2B5EF4-FFF2-40B4-BE49-F238E27FC236}">
                    <a16:creationId xmlns:a16="http://schemas.microsoft.com/office/drawing/2014/main" id="{263D40A9-C3D1-43BE-A1FF-2A4506D1404A}"/>
                  </a:ext>
                </a:extLst>
              </p:cNvPr>
              <p:cNvCxnSpPr/>
              <p:nvPr/>
            </p:nvCxnSpPr>
            <p:spPr>
              <a:xfrm>
                <a:off x="4013200" y="5286627"/>
                <a:ext cx="540000" cy="54000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4" name="直線コネクタ 343">
                <a:extLst>
                  <a:ext uri="{FF2B5EF4-FFF2-40B4-BE49-F238E27FC236}">
                    <a16:creationId xmlns:a16="http://schemas.microsoft.com/office/drawing/2014/main" id="{990C42CF-B0DD-42BB-B8AB-D604C58ABD9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09900" y="5286627"/>
                <a:ext cx="540000" cy="54000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5" name="グループ化 344">
              <a:extLst>
                <a:ext uri="{FF2B5EF4-FFF2-40B4-BE49-F238E27FC236}">
                  <a16:creationId xmlns:a16="http://schemas.microsoft.com/office/drawing/2014/main" id="{3C3AA52C-E768-41CA-BC9B-AD503523353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960958" y="5936013"/>
              <a:ext cx="356400" cy="237600"/>
              <a:chOff x="4009900" y="5286627"/>
              <a:chExt cx="543300" cy="540000"/>
            </a:xfrm>
          </p:grpSpPr>
          <p:cxnSp>
            <p:nvCxnSpPr>
              <p:cNvPr id="346" name="直線コネクタ 345">
                <a:extLst>
                  <a:ext uri="{FF2B5EF4-FFF2-40B4-BE49-F238E27FC236}">
                    <a16:creationId xmlns:a16="http://schemas.microsoft.com/office/drawing/2014/main" id="{B067C045-359D-47AB-A634-4BB37651FCBC}"/>
                  </a:ext>
                </a:extLst>
              </p:cNvPr>
              <p:cNvCxnSpPr/>
              <p:nvPr/>
            </p:nvCxnSpPr>
            <p:spPr>
              <a:xfrm>
                <a:off x="4013200" y="5286627"/>
                <a:ext cx="540000" cy="54000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" name="直線コネクタ 346">
                <a:extLst>
                  <a:ext uri="{FF2B5EF4-FFF2-40B4-BE49-F238E27FC236}">
                    <a16:creationId xmlns:a16="http://schemas.microsoft.com/office/drawing/2014/main" id="{C7DC1FAE-C5FA-41A9-A111-F2B5F4BB434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09900" y="5286627"/>
                <a:ext cx="540000" cy="54000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8" name="グループ化 347">
              <a:extLst>
                <a:ext uri="{FF2B5EF4-FFF2-40B4-BE49-F238E27FC236}">
                  <a16:creationId xmlns:a16="http://schemas.microsoft.com/office/drawing/2014/main" id="{0341F26E-2397-44EB-819E-63957F7A4B3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199116" y="2727811"/>
              <a:ext cx="356400" cy="237600"/>
              <a:chOff x="4009900" y="5286627"/>
              <a:chExt cx="543300" cy="540000"/>
            </a:xfrm>
          </p:grpSpPr>
          <p:cxnSp>
            <p:nvCxnSpPr>
              <p:cNvPr id="349" name="直線コネクタ 348">
                <a:extLst>
                  <a:ext uri="{FF2B5EF4-FFF2-40B4-BE49-F238E27FC236}">
                    <a16:creationId xmlns:a16="http://schemas.microsoft.com/office/drawing/2014/main" id="{C8BF3CE8-48A1-48EF-8E83-287C37C9F5F4}"/>
                  </a:ext>
                </a:extLst>
              </p:cNvPr>
              <p:cNvCxnSpPr/>
              <p:nvPr/>
            </p:nvCxnSpPr>
            <p:spPr>
              <a:xfrm>
                <a:off x="4013200" y="5286627"/>
                <a:ext cx="540000" cy="54000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0" name="直線コネクタ 349">
                <a:extLst>
                  <a:ext uri="{FF2B5EF4-FFF2-40B4-BE49-F238E27FC236}">
                    <a16:creationId xmlns:a16="http://schemas.microsoft.com/office/drawing/2014/main" id="{89894314-C2AE-47E0-9E87-E1C8D091A0B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09900" y="5286627"/>
                <a:ext cx="540000" cy="54000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1" name="グループ化 350">
              <a:extLst>
                <a:ext uri="{FF2B5EF4-FFF2-40B4-BE49-F238E27FC236}">
                  <a16:creationId xmlns:a16="http://schemas.microsoft.com/office/drawing/2014/main" id="{83CD6AB5-6312-4224-B44A-81528343FCB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880218" y="3488400"/>
              <a:ext cx="356400" cy="237600"/>
              <a:chOff x="4009900" y="5286627"/>
              <a:chExt cx="543300" cy="540000"/>
            </a:xfrm>
          </p:grpSpPr>
          <p:cxnSp>
            <p:nvCxnSpPr>
              <p:cNvPr id="352" name="直線コネクタ 351">
                <a:extLst>
                  <a:ext uri="{FF2B5EF4-FFF2-40B4-BE49-F238E27FC236}">
                    <a16:creationId xmlns:a16="http://schemas.microsoft.com/office/drawing/2014/main" id="{567D94FE-0826-4CA8-BD2B-563664B16B1F}"/>
                  </a:ext>
                </a:extLst>
              </p:cNvPr>
              <p:cNvCxnSpPr/>
              <p:nvPr/>
            </p:nvCxnSpPr>
            <p:spPr>
              <a:xfrm>
                <a:off x="4013200" y="5286627"/>
                <a:ext cx="540000" cy="54000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3" name="直線コネクタ 352">
                <a:extLst>
                  <a:ext uri="{FF2B5EF4-FFF2-40B4-BE49-F238E27FC236}">
                    <a16:creationId xmlns:a16="http://schemas.microsoft.com/office/drawing/2014/main" id="{5CF14CCC-AE5E-45DC-BCEE-CFAE0E85D18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09900" y="5286627"/>
                <a:ext cx="540000" cy="54000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4" name="グループ化 353">
              <a:extLst>
                <a:ext uri="{FF2B5EF4-FFF2-40B4-BE49-F238E27FC236}">
                  <a16:creationId xmlns:a16="http://schemas.microsoft.com/office/drawing/2014/main" id="{BE473423-E0DA-4695-B05D-918ED5681B7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797313" y="3488400"/>
              <a:ext cx="356400" cy="237600"/>
              <a:chOff x="4009900" y="5286627"/>
              <a:chExt cx="543300" cy="540000"/>
            </a:xfrm>
          </p:grpSpPr>
          <p:cxnSp>
            <p:nvCxnSpPr>
              <p:cNvPr id="355" name="直線コネクタ 354">
                <a:extLst>
                  <a:ext uri="{FF2B5EF4-FFF2-40B4-BE49-F238E27FC236}">
                    <a16:creationId xmlns:a16="http://schemas.microsoft.com/office/drawing/2014/main" id="{AA4DF443-0667-47A2-B8A6-3256D083FBCA}"/>
                  </a:ext>
                </a:extLst>
              </p:cNvPr>
              <p:cNvCxnSpPr/>
              <p:nvPr/>
            </p:nvCxnSpPr>
            <p:spPr>
              <a:xfrm>
                <a:off x="4013200" y="5286627"/>
                <a:ext cx="540000" cy="54000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" name="直線コネクタ 355">
                <a:extLst>
                  <a:ext uri="{FF2B5EF4-FFF2-40B4-BE49-F238E27FC236}">
                    <a16:creationId xmlns:a16="http://schemas.microsoft.com/office/drawing/2014/main" id="{7010A475-6684-4EBA-9E76-7E85112166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09900" y="5286627"/>
                <a:ext cx="540000" cy="54000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7" name="グループ化 356">
              <a:extLst>
                <a:ext uri="{FF2B5EF4-FFF2-40B4-BE49-F238E27FC236}">
                  <a16:creationId xmlns:a16="http://schemas.microsoft.com/office/drawing/2014/main" id="{595E4439-2002-4694-B8F8-42BF61F16C9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199116" y="4248989"/>
              <a:ext cx="356400" cy="237600"/>
              <a:chOff x="4009900" y="5286627"/>
              <a:chExt cx="543300" cy="540000"/>
            </a:xfrm>
          </p:grpSpPr>
          <p:cxnSp>
            <p:nvCxnSpPr>
              <p:cNvPr id="358" name="直線コネクタ 357">
                <a:extLst>
                  <a:ext uri="{FF2B5EF4-FFF2-40B4-BE49-F238E27FC236}">
                    <a16:creationId xmlns:a16="http://schemas.microsoft.com/office/drawing/2014/main" id="{7C022C02-72E8-4902-B59C-CA20CF0C35B5}"/>
                  </a:ext>
                </a:extLst>
              </p:cNvPr>
              <p:cNvCxnSpPr/>
              <p:nvPr/>
            </p:nvCxnSpPr>
            <p:spPr>
              <a:xfrm>
                <a:off x="4013200" y="5286627"/>
                <a:ext cx="540000" cy="54000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" name="直線コネクタ 358">
                <a:extLst>
                  <a:ext uri="{FF2B5EF4-FFF2-40B4-BE49-F238E27FC236}">
                    <a16:creationId xmlns:a16="http://schemas.microsoft.com/office/drawing/2014/main" id="{0C4C4AC4-4133-45E2-B62A-01F90030DA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09900" y="5286627"/>
                <a:ext cx="540000" cy="54000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0" name="グループ化 359">
              <a:extLst>
                <a:ext uri="{FF2B5EF4-FFF2-40B4-BE49-F238E27FC236}">
                  <a16:creationId xmlns:a16="http://schemas.microsoft.com/office/drawing/2014/main" id="{8E18C9CE-A652-4A62-9E6F-44C612AEA26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506173" y="5189323"/>
              <a:ext cx="356400" cy="237600"/>
              <a:chOff x="4009900" y="5286627"/>
              <a:chExt cx="543300" cy="540000"/>
            </a:xfrm>
          </p:grpSpPr>
          <p:cxnSp>
            <p:nvCxnSpPr>
              <p:cNvPr id="361" name="直線コネクタ 360">
                <a:extLst>
                  <a:ext uri="{FF2B5EF4-FFF2-40B4-BE49-F238E27FC236}">
                    <a16:creationId xmlns:a16="http://schemas.microsoft.com/office/drawing/2014/main" id="{B215E181-1DBF-41A3-9A68-9D1D3DB636FF}"/>
                  </a:ext>
                </a:extLst>
              </p:cNvPr>
              <p:cNvCxnSpPr/>
              <p:nvPr/>
            </p:nvCxnSpPr>
            <p:spPr>
              <a:xfrm>
                <a:off x="4013200" y="5286627"/>
                <a:ext cx="540000" cy="54000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直線コネクタ 361">
                <a:extLst>
                  <a:ext uri="{FF2B5EF4-FFF2-40B4-BE49-F238E27FC236}">
                    <a16:creationId xmlns:a16="http://schemas.microsoft.com/office/drawing/2014/main" id="{1E407854-854D-4097-80AE-BD8090C1645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09900" y="5286627"/>
                <a:ext cx="540000" cy="54000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306864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2822D9A9-D6DE-7836-C3D8-5287DAFC48A7}"/>
              </a:ext>
            </a:extLst>
          </p:cNvPr>
          <p:cNvGrpSpPr/>
          <p:nvPr/>
        </p:nvGrpSpPr>
        <p:grpSpPr>
          <a:xfrm>
            <a:off x="2206468" y="2273221"/>
            <a:ext cx="2445063" cy="3305176"/>
            <a:chOff x="2206468" y="2273221"/>
            <a:chExt cx="2445063" cy="3305176"/>
          </a:xfrm>
        </p:grpSpPr>
        <p:sp>
          <p:nvSpPr>
            <p:cNvPr id="42" name="Line 18">
              <a:extLst>
                <a:ext uri="{FF2B5EF4-FFF2-40B4-BE49-F238E27FC236}">
                  <a16:creationId xmlns:a16="http://schemas.microsoft.com/office/drawing/2014/main" id="{D6B2FE26-BE9A-42AF-879C-1DB522AAE0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69980" y="3960734"/>
              <a:ext cx="346075" cy="6937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00"/>
            </a:p>
          </p:txBody>
        </p:sp>
        <p:sp>
          <p:nvSpPr>
            <p:cNvPr id="43" name="Line 19">
              <a:extLst>
                <a:ext uri="{FF2B5EF4-FFF2-40B4-BE49-F238E27FC236}">
                  <a16:creationId xmlns:a16="http://schemas.microsoft.com/office/drawing/2014/main" id="{F27A89B5-4A29-4788-89C0-A59EEDC264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716055" y="3960734"/>
              <a:ext cx="344488" cy="6937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00"/>
            </a:p>
          </p:txBody>
        </p:sp>
        <p:sp>
          <p:nvSpPr>
            <p:cNvPr id="44" name="Line 20">
              <a:extLst>
                <a:ext uri="{FF2B5EF4-FFF2-40B4-BE49-F238E27FC236}">
                  <a16:creationId xmlns:a16="http://schemas.microsoft.com/office/drawing/2014/main" id="{916EE141-13F7-4CAE-9E48-D81010F338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716055" y="3960734"/>
              <a:ext cx="1036638" cy="6937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00"/>
            </a:p>
          </p:txBody>
        </p:sp>
        <p:sp>
          <p:nvSpPr>
            <p:cNvPr id="45" name="Line 21">
              <a:extLst>
                <a:ext uri="{FF2B5EF4-FFF2-40B4-BE49-F238E27FC236}">
                  <a16:creationId xmlns:a16="http://schemas.microsoft.com/office/drawing/2014/main" id="{70071930-D572-4955-960C-943E44F567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62130" y="3960734"/>
              <a:ext cx="344488" cy="6937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00"/>
            </a:p>
          </p:txBody>
        </p:sp>
        <p:sp>
          <p:nvSpPr>
            <p:cNvPr id="46" name="Line 22">
              <a:extLst>
                <a:ext uri="{FF2B5EF4-FFF2-40B4-BE49-F238E27FC236}">
                  <a16:creationId xmlns:a16="http://schemas.microsoft.com/office/drawing/2014/main" id="{9443092A-C289-4E6A-8AA4-8C62567DAF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06618" y="3960734"/>
              <a:ext cx="1038225" cy="6937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00"/>
            </a:p>
          </p:txBody>
        </p:sp>
        <p:sp>
          <p:nvSpPr>
            <p:cNvPr id="47" name="Line 23">
              <a:extLst>
                <a:ext uri="{FF2B5EF4-FFF2-40B4-BE49-F238E27FC236}">
                  <a16:creationId xmlns:a16="http://schemas.microsoft.com/office/drawing/2014/main" id="{FA0E08A8-1AB0-49A6-99A1-2BB8CA1608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52693" y="3960734"/>
              <a:ext cx="346075" cy="6937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00"/>
            </a:p>
          </p:txBody>
        </p:sp>
        <p:sp>
          <p:nvSpPr>
            <p:cNvPr id="48" name="Line 24">
              <a:extLst>
                <a:ext uri="{FF2B5EF4-FFF2-40B4-BE49-F238E27FC236}">
                  <a16:creationId xmlns:a16="http://schemas.microsoft.com/office/drawing/2014/main" id="{561BA9D0-86F9-4D59-A200-51F4A8D6C9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98768" y="3960734"/>
              <a:ext cx="346075" cy="6937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00"/>
            </a:p>
          </p:txBody>
        </p:sp>
        <p:sp>
          <p:nvSpPr>
            <p:cNvPr id="49" name="Line 25">
              <a:extLst>
                <a:ext uri="{FF2B5EF4-FFF2-40B4-BE49-F238E27FC236}">
                  <a16:creationId xmlns:a16="http://schemas.microsoft.com/office/drawing/2014/main" id="{89D1CC01-0ABC-491F-AC1D-A5B46A94DC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9980" y="3266996"/>
              <a:ext cx="346075" cy="6937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00"/>
            </a:p>
          </p:txBody>
        </p:sp>
        <p:sp>
          <p:nvSpPr>
            <p:cNvPr id="50" name="Line 26">
              <a:extLst>
                <a:ext uri="{FF2B5EF4-FFF2-40B4-BE49-F238E27FC236}">
                  <a16:creationId xmlns:a16="http://schemas.microsoft.com/office/drawing/2014/main" id="{8216999A-6828-4D87-8FB0-D0BF7B5690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16055" y="3266996"/>
              <a:ext cx="344488" cy="6937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00"/>
            </a:p>
          </p:txBody>
        </p:sp>
        <p:sp>
          <p:nvSpPr>
            <p:cNvPr id="51" name="Line 27">
              <a:extLst>
                <a:ext uri="{FF2B5EF4-FFF2-40B4-BE49-F238E27FC236}">
                  <a16:creationId xmlns:a16="http://schemas.microsoft.com/office/drawing/2014/main" id="{5A330926-E576-4B99-9080-59A6DC8FB4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16055" y="3266996"/>
              <a:ext cx="1036638" cy="6937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00"/>
            </a:p>
          </p:txBody>
        </p:sp>
        <p:sp>
          <p:nvSpPr>
            <p:cNvPr id="52" name="Line 28">
              <a:extLst>
                <a:ext uri="{FF2B5EF4-FFF2-40B4-BE49-F238E27FC236}">
                  <a16:creationId xmlns:a16="http://schemas.microsoft.com/office/drawing/2014/main" id="{069EF683-FB4A-4EDB-87EB-927ADBB9ED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2130" y="3266996"/>
              <a:ext cx="344488" cy="6937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00"/>
            </a:p>
          </p:txBody>
        </p:sp>
        <p:sp>
          <p:nvSpPr>
            <p:cNvPr id="53" name="Line 29">
              <a:extLst>
                <a:ext uri="{FF2B5EF4-FFF2-40B4-BE49-F238E27FC236}">
                  <a16:creationId xmlns:a16="http://schemas.microsoft.com/office/drawing/2014/main" id="{6765C51B-2182-439B-BC08-5D0F5AB348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06618" y="3266996"/>
              <a:ext cx="1038225" cy="6937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00"/>
            </a:p>
          </p:txBody>
        </p:sp>
        <p:sp>
          <p:nvSpPr>
            <p:cNvPr id="54" name="Line 30">
              <a:extLst>
                <a:ext uri="{FF2B5EF4-FFF2-40B4-BE49-F238E27FC236}">
                  <a16:creationId xmlns:a16="http://schemas.microsoft.com/office/drawing/2014/main" id="{F7270D14-FDDF-466E-85FC-5FA98BFAA4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2693" y="3266996"/>
              <a:ext cx="346075" cy="6937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00"/>
            </a:p>
          </p:txBody>
        </p:sp>
        <p:sp>
          <p:nvSpPr>
            <p:cNvPr id="55" name="Line 31">
              <a:extLst>
                <a:ext uri="{FF2B5EF4-FFF2-40B4-BE49-F238E27FC236}">
                  <a16:creationId xmlns:a16="http://schemas.microsoft.com/office/drawing/2014/main" id="{FAF12BD9-61BE-4EB2-8107-14073F4A60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98768" y="3266996"/>
              <a:ext cx="346075" cy="6937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00"/>
            </a:p>
          </p:txBody>
        </p:sp>
        <p:sp>
          <p:nvSpPr>
            <p:cNvPr id="56" name="Line 32">
              <a:extLst>
                <a:ext uri="{FF2B5EF4-FFF2-40B4-BE49-F238E27FC236}">
                  <a16:creationId xmlns:a16="http://schemas.microsoft.com/office/drawing/2014/main" id="{BEFF65A4-71C2-4E03-8CBC-BA7E2347D6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69980" y="2805034"/>
              <a:ext cx="1036638" cy="4619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00"/>
            </a:p>
          </p:txBody>
        </p:sp>
        <p:sp>
          <p:nvSpPr>
            <p:cNvPr id="57" name="Line 33">
              <a:extLst>
                <a:ext uri="{FF2B5EF4-FFF2-40B4-BE49-F238E27FC236}">
                  <a16:creationId xmlns:a16="http://schemas.microsoft.com/office/drawing/2014/main" id="{B5CFC13D-AE8E-4DD8-977B-74E19799BD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62130" y="2805034"/>
              <a:ext cx="344488" cy="4619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00"/>
            </a:p>
          </p:txBody>
        </p:sp>
        <p:sp>
          <p:nvSpPr>
            <p:cNvPr id="58" name="Line 34">
              <a:extLst>
                <a:ext uri="{FF2B5EF4-FFF2-40B4-BE49-F238E27FC236}">
                  <a16:creationId xmlns:a16="http://schemas.microsoft.com/office/drawing/2014/main" id="{E9215FEE-592A-40B2-B02E-9363C18185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06618" y="2805034"/>
              <a:ext cx="346075" cy="4619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00"/>
            </a:p>
          </p:txBody>
        </p:sp>
        <p:sp>
          <p:nvSpPr>
            <p:cNvPr id="59" name="Line 35">
              <a:extLst>
                <a:ext uri="{FF2B5EF4-FFF2-40B4-BE49-F238E27FC236}">
                  <a16:creationId xmlns:a16="http://schemas.microsoft.com/office/drawing/2014/main" id="{7156DD80-C194-4C61-9DBF-8B4EF29E9F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06618" y="2805034"/>
              <a:ext cx="1038225" cy="4619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00"/>
            </a:p>
          </p:txBody>
        </p:sp>
        <p:sp>
          <p:nvSpPr>
            <p:cNvPr id="60" name="Line 36">
              <a:extLst>
                <a:ext uri="{FF2B5EF4-FFF2-40B4-BE49-F238E27FC236}">
                  <a16:creationId xmlns:a16="http://schemas.microsoft.com/office/drawing/2014/main" id="{07AF6033-58D2-4E10-B25C-41048836BC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6618" y="2343071"/>
              <a:ext cx="0" cy="4619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00"/>
            </a:p>
          </p:txBody>
        </p:sp>
        <p:sp>
          <p:nvSpPr>
            <p:cNvPr id="61" name="Line 37">
              <a:extLst>
                <a:ext uri="{FF2B5EF4-FFF2-40B4-BE49-F238E27FC236}">
                  <a16:creationId xmlns:a16="http://schemas.microsoft.com/office/drawing/2014/main" id="{9A096800-5FFA-455F-B56F-61F0C755B8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69980" y="4654471"/>
              <a:ext cx="1036638" cy="4619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00"/>
            </a:p>
          </p:txBody>
        </p:sp>
        <p:sp>
          <p:nvSpPr>
            <p:cNvPr id="62" name="Line 38">
              <a:extLst>
                <a:ext uri="{FF2B5EF4-FFF2-40B4-BE49-F238E27FC236}">
                  <a16:creationId xmlns:a16="http://schemas.microsoft.com/office/drawing/2014/main" id="{9E100EBA-4685-4827-AC9B-7B44671BD1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2130" y="4654471"/>
              <a:ext cx="344488" cy="4619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00"/>
            </a:p>
          </p:txBody>
        </p:sp>
        <p:sp>
          <p:nvSpPr>
            <p:cNvPr id="63" name="Line 39">
              <a:extLst>
                <a:ext uri="{FF2B5EF4-FFF2-40B4-BE49-F238E27FC236}">
                  <a16:creationId xmlns:a16="http://schemas.microsoft.com/office/drawing/2014/main" id="{62848624-29A4-47C6-B620-E753C81A23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06618" y="4654471"/>
              <a:ext cx="346075" cy="4619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00"/>
            </a:p>
          </p:txBody>
        </p:sp>
        <p:sp>
          <p:nvSpPr>
            <p:cNvPr id="64" name="Line 40">
              <a:extLst>
                <a:ext uri="{FF2B5EF4-FFF2-40B4-BE49-F238E27FC236}">
                  <a16:creationId xmlns:a16="http://schemas.microsoft.com/office/drawing/2014/main" id="{22C8B8B2-CF54-4A70-892C-36A4372A98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06618" y="4654471"/>
              <a:ext cx="1038225" cy="4619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00"/>
            </a:p>
          </p:txBody>
        </p:sp>
        <p:sp>
          <p:nvSpPr>
            <p:cNvPr id="65" name="Line 41">
              <a:extLst>
                <a:ext uri="{FF2B5EF4-FFF2-40B4-BE49-F238E27FC236}">
                  <a16:creationId xmlns:a16="http://schemas.microsoft.com/office/drawing/2014/main" id="{EE9C3C53-1143-40E9-B103-5786B1D514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6618" y="5116434"/>
              <a:ext cx="0" cy="4619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00"/>
            </a:p>
          </p:txBody>
        </p:sp>
        <p:sp>
          <p:nvSpPr>
            <p:cNvPr id="67" name="Rectangle 63">
              <a:extLst>
                <a:ext uri="{FF2B5EF4-FFF2-40B4-BE49-F238E27FC236}">
                  <a16:creationId xmlns:a16="http://schemas.microsoft.com/office/drawing/2014/main" id="{8D712771-B9F0-4DAB-A089-80652811A7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5805" y="2273221"/>
              <a:ext cx="360676" cy="2462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A44</a:t>
              </a:r>
              <a:endPara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68" name="Rectangle 64">
              <a:extLst>
                <a:ext uri="{FF2B5EF4-FFF2-40B4-BE49-F238E27FC236}">
                  <a16:creationId xmlns:a16="http://schemas.microsoft.com/office/drawing/2014/main" id="{9DF07D32-AFED-4257-8372-34C30426E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1330" y="3198734"/>
              <a:ext cx="360676" cy="2462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A24</a:t>
              </a:r>
              <a:endPara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72" name="Rectangle 68">
              <a:extLst>
                <a:ext uri="{FF2B5EF4-FFF2-40B4-BE49-F238E27FC236}">
                  <a16:creationId xmlns:a16="http://schemas.microsoft.com/office/drawing/2014/main" id="{875CE7A4-1988-4C9E-AB36-AB1907D7D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1880" y="4584621"/>
              <a:ext cx="360676" cy="2462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A12</a:t>
              </a:r>
              <a:endParaRPr kumimoji="0" lang="ja-JP" altLang="ja-JP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73" name="Rectangle 69">
              <a:extLst>
                <a:ext uri="{FF2B5EF4-FFF2-40B4-BE49-F238E27FC236}">
                  <a16:creationId xmlns:a16="http://schemas.microsoft.com/office/drawing/2014/main" id="{8BE89FF8-E64D-4D48-896C-35CCFDF6AF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1318" y="4584621"/>
              <a:ext cx="360676" cy="2462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A03</a:t>
              </a:r>
              <a:endParaRPr kumimoji="0" lang="ja-JP" altLang="ja-JP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74" name="Rectangle 70">
              <a:extLst>
                <a:ext uri="{FF2B5EF4-FFF2-40B4-BE49-F238E27FC236}">
                  <a16:creationId xmlns:a16="http://schemas.microsoft.com/office/drawing/2014/main" id="{17485949-D628-42A0-B71F-50580A462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0855" y="4571921"/>
              <a:ext cx="360676" cy="2462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A02</a:t>
              </a:r>
              <a:endParaRPr kumimoji="0" lang="ja-JP" altLang="ja-JP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76" name="Rectangle 72">
              <a:extLst>
                <a:ext uri="{FF2B5EF4-FFF2-40B4-BE49-F238E27FC236}">
                  <a16:creationId xmlns:a16="http://schemas.microsoft.com/office/drawing/2014/main" id="{2D3FD202-6067-4E61-B6B2-2C590D3782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6005" y="3198734"/>
              <a:ext cx="360676" cy="2462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A23</a:t>
              </a:r>
              <a:endPara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77" name="Rectangle 73">
              <a:extLst>
                <a:ext uri="{FF2B5EF4-FFF2-40B4-BE49-F238E27FC236}">
                  <a16:creationId xmlns:a16="http://schemas.microsoft.com/office/drawing/2014/main" id="{C8B8061F-498C-4C7B-A19F-153971576F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443" y="3186034"/>
              <a:ext cx="360676" cy="2462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A14</a:t>
              </a:r>
              <a:endParaRPr kumimoji="0" lang="ja-JP" altLang="ja-JP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78" name="Rectangle 74">
              <a:extLst>
                <a:ext uri="{FF2B5EF4-FFF2-40B4-BE49-F238E27FC236}">
                  <a16:creationId xmlns:a16="http://schemas.microsoft.com/office/drawing/2014/main" id="{B8EDD447-952C-4416-A80E-1F0A102B3F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6468" y="3186034"/>
              <a:ext cx="360676" cy="2462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A33</a:t>
              </a:r>
              <a:endPara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79" name="Rectangle 75">
              <a:extLst>
                <a:ext uri="{FF2B5EF4-FFF2-40B4-BE49-F238E27FC236}">
                  <a16:creationId xmlns:a16="http://schemas.microsoft.com/office/drawing/2014/main" id="{0C085419-AD75-478B-9524-3024DEC78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9168" y="4584621"/>
              <a:ext cx="360676" cy="2462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A11</a:t>
              </a:r>
              <a:endParaRPr kumimoji="0" lang="ja-JP" altLang="ja-JP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3611A672-0E7D-4015-B4B3-7854BB032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成功部分グラフ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3AEC057-3776-43E0-8A21-C578487FB8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kumimoji="1" lang="ja-JP" altLang="en-US" dirty="0"/>
              <a:t>先手（プレイヤー</a:t>
            </a:r>
            <a:r>
              <a:rPr kumimoji="1" lang="en-US" altLang="ja-JP" dirty="0"/>
              <a:t>A</a:t>
            </a:r>
            <a:r>
              <a:rPr kumimoji="1" lang="ja-JP" altLang="en-US" dirty="0"/>
              <a:t>）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3A3A4BE4-53A5-4E93-9550-AAA2A219321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kumimoji="1" lang="ja-JP" altLang="en-US" dirty="0"/>
              <a:t>後手（プレイヤー</a:t>
            </a:r>
            <a:r>
              <a:rPr kumimoji="1" lang="en-US" altLang="ja-JP" dirty="0"/>
              <a:t>B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9A72B1FF-FCD5-357A-B63A-FDE20E22F69A}"/>
              </a:ext>
            </a:extLst>
          </p:cNvPr>
          <p:cNvGrpSpPr/>
          <p:nvPr/>
        </p:nvGrpSpPr>
        <p:grpSpPr>
          <a:xfrm>
            <a:off x="2562068" y="2735184"/>
            <a:ext cx="1752975" cy="2544921"/>
            <a:chOff x="2562068" y="2735184"/>
            <a:chExt cx="1752975" cy="2544921"/>
          </a:xfrm>
        </p:grpSpPr>
        <p:sp>
          <p:nvSpPr>
            <p:cNvPr id="66" name="Rectangle 62">
              <a:extLst>
                <a:ext uri="{FF2B5EF4-FFF2-40B4-BE49-F238E27FC236}">
                  <a16:creationId xmlns:a16="http://schemas.microsoft.com/office/drawing/2014/main" id="{E004595C-87A2-40FE-9CA5-0C3517FBE5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5805" y="2735184"/>
              <a:ext cx="367088" cy="246221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B34</a:t>
              </a:r>
              <a:endPara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69" name="Rectangle 65">
              <a:extLst>
                <a:ext uri="{FF2B5EF4-FFF2-40B4-BE49-F238E27FC236}">
                  <a16:creationId xmlns:a16="http://schemas.microsoft.com/office/drawing/2014/main" id="{8D4F4457-5618-4113-B12E-4F1F72885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7955" y="3878184"/>
              <a:ext cx="367088" cy="246221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B22</a:t>
              </a:r>
              <a:endPara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70" name="Rectangle 66">
              <a:extLst>
                <a:ext uri="{FF2B5EF4-FFF2-40B4-BE49-F238E27FC236}">
                  <a16:creationId xmlns:a16="http://schemas.microsoft.com/office/drawing/2014/main" id="{C1AC5448-8720-495A-98E7-FBF63EB1C1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068" y="3878184"/>
              <a:ext cx="367088" cy="246221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B13</a:t>
              </a:r>
              <a:endParaRPr kumimoji="0" lang="ja-JP" altLang="ja-JP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71" name="Rectangle 67">
              <a:extLst>
                <a:ext uri="{FF2B5EF4-FFF2-40B4-BE49-F238E27FC236}">
                  <a16:creationId xmlns:a16="http://schemas.microsoft.com/office/drawing/2014/main" id="{AAF06A9B-370C-46BB-AC99-04CFB5EDBC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2630" y="3878184"/>
              <a:ext cx="367088" cy="246221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B04</a:t>
              </a:r>
              <a:endParaRPr kumimoji="0" lang="ja-JP" altLang="ja-JP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75" name="Rectangle 71">
              <a:extLst>
                <a:ext uri="{FF2B5EF4-FFF2-40B4-BE49-F238E27FC236}">
                  <a16:creationId xmlns:a16="http://schemas.microsoft.com/office/drawing/2014/main" id="{21CB81FF-FF05-475C-9425-44B918302D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5805" y="5033884"/>
              <a:ext cx="367088" cy="246221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B01</a:t>
              </a:r>
              <a:endParaRPr kumimoji="0" lang="ja-JP" altLang="ja-JP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</p:grpSp>
      <p:sp>
        <p:nvSpPr>
          <p:cNvPr id="80" name="Rectangle 76">
            <a:extLst>
              <a:ext uri="{FF2B5EF4-FFF2-40B4-BE49-F238E27FC236}">
                <a16:creationId xmlns:a16="http://schemas.microsoft.com/office/drawing/2014/main" id="{B9DB2D46-CD57-403D-B38D-B542DD663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2630" y="5483146"/>
            <a:ext cx="360676" cy="24622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ＭＳ ゴシック" panose="020B0609070205080204" pitchFamily="49" charset="-128"/>
              </a:rPr>
              <a:t>A00</a:t>
            </a:r>
            <a:endParaRPr kumimoji="0" lang="ja-JP" altLang="ja-JP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E7A6F84F-42F8-E53A-02D5-BC023EC1902F}"/>
              </a:ext>
            </a:extLst>
          </p:cNvPr>
          <p:cNvGrpSpPr/>
          <p:nvPr/>
        </p:nvGrpSpPr>
        <p:grpSpPr>
          <a:xfrm>
            <a:off x="7542025" y="2274808"/>
            <a:ext cx="2441950" cy="2556034"/>
            <a:chOff x="7542025" y="2274808"/>
            <a:chExt cx="2441950" cy="2556034"/>
          </a:xfrm>
        </p:grpSpPr>
        <p:sp>
          <p:nvSpPr>
            <p:cNvPr id="82" name="Line 198">
              <a:extLst>
                <a:ext uri="{FF2B5EF4-FFF2-40B4-BE49-F238E27FC236}">
                  <a16:creationId xmlns:a16="http://schemas.microsoft.com/office/drawing/2014/main" id="{38572957-125D-42B9-B9AA-C8C26BD9A2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743763" y="2355771"/>
              <a:ext cx="690563" cy="6937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3" name="Line 199">
              <a:extLst>
                <a:ext uri="{FF2B5EF4-FFF2-40B4-BE49-F238E27FC236}">
                  <a16:creationId xmlns:a16="http://schemas.microsoft.com/office/drawing/2014/main" id="{C295ECCB-5D6B-4A54-9429-58FE528383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051613" y="2355771"/>
              <a:ext cx="0" cy="6937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4" name="Line 200">
              <a:extLst>
                <a:ext uri="{FF2B5EF4-FFF2-40B4-BE49-F238E27FC236}">
                  <a16:creationId xmlns:a16="http://schemas.microsoft.com/office/drawing/2014/main" id="{F1AB8BEE-EA74-4E21-9A9C-965807602A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051613" y="2355771"/>
              <a:ext cx="690563" cy="6937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5" name="Line 201">
              <a:extLst>
                <a:ext uri="{FF2B5EF4-FFF2-40B4-BE49-F238E27FC236}">
                  <a16:creationId xmlns:a16="http://schemas.microsoft.com/office/drawing/2014/main" id="{988E6313-FD55-4367-A7C0-EA5F8A752B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42176" y="2355771"/>
              <a:ext cx="692150" cy="6937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6" name="Line 202">
              <a:extLst>
                <a:ext uri="{FF2B5EF4-FFF2-40B4-BE49-F238E27FC236}">
                  <a16:creationId xmlns:a16="http://schemas.microsoft.com/office/drawing/2014/main" id="{731C4198-4169-4142-BEED-5690EAA378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051613" y="2355771"/>
              <a:ext cx="690563" cy="6937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7" name="Line 203">
              <a:extLst>
                <a:ext uri="{FF2B5EF4-FFF2-40B4-BE49-F238E27FC236}">
                  <a16:creationId xmlns:a16="http://schemas.microsoft.com/office/drawing/2014/main" id="{F55F70B4-A295-4FCB-B6D2-D48D76EE91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34326" y="2355771"/>
              <a:ext cx="0" cy="6937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8" name="Line 204">
              <a:extLst>
                <a:ext uri="{FF2B5EF4-FFF2-40B4-BE49-F238E27FC236}">
                  <a16:creationId xmlns:a16="http://schemas.microsoft.com/office/drawing/2014/main" id="{EA9293F0-C81F-4239-B518-2395988BF1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05538" y="3049508"/>
              <a:ext cx="346075" cy="6937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9" name="Line 205">
              <a:extLst>
                <a:ext uri="{FF2B5EF4-FFF2-40B4-BE49-F238E27FC236}">
                  <a16:creationId xmlns:a16="http://schemas.microsoft.com/office/drawing/2014/main" id="{6A32D0D3-480D-494D-905B-176C5A1B17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051613" y="3049508"/>
              <a:ext cx="344488" cy="6937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0" name="Line 206">
              <a:extLst>
                <a:ext uri="{FF2B5EF4-FFF2-40B4-BE49-F238E27FC236}">
                  <a16:creationId xmlns:a16="http://schemas.microsoft.com/office/drawing/2014/main" id="{CD8C0CF5-C0AC-4D16-9607-D8FEC6F5C8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05538" y="3049508"/>
              <a:ext cx="1036638" cy="6937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1" name="Line 207">
              <a:extLst>
                <a:ext uri="{FF2B5EF4-FFF2-40B4-BE49-F238E27FC236}">
                  <a16:creationId xmlns:a16="http://schemas.microsoft.com/office/drawing/2014/main" id="{231D3162-4D60-4B84-8F41-1AC5D06FBD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742176" y="3049508"/>
              <a:ext cx="346075" cy="6937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2" name="Line 208">
              <a:extLst>
                <a:ext uri="{FF2B5EF4-FFF2-40B4-BE49-F238E27FC236}">
                  <a16:creationId xmlns:a16="http://schemas.microsoft.com/office/drawing/2014/main" id="{28C05FD1-9A8E-48EE-B685-7C81761DBF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088251" y="3049508"/>
              <a:ext cx="346075" cy="6937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3" name="Line 209">
              <a:extLst>
                <a:ext uri="{FF2B5EF4-FFF2-40B4-BE49-F238E27FC236}">
                  <a16:creationId xmlns:a16="http://schemas.microsoft.com/office/drawing/2014/main" id="{76469622-1E11-4725-9E21-81D233E165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434326" y="3049508"/>
              <a:ext cx="346075" cy="6937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4" name="Line 210">
              <a:extLst>
                <a:ext uri="{FF2B5EF4-FFF2-40B4-BE49-F238E27FC236}">
                  <a16:creationId xmlns:a16="http://schemas.microsoft.com/office/drawing/2014/main" id="{9FC53CFC-A89E-4BE4-AACD-54EF38DFFD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397688" y="3049508"/>
              <a:ext cx="1036638" cy="6937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5" name="Line 211">
              <a:extLst>
                <a:ext uri="{FF2B5EF4-FFF2-40B4-BE49-F238E27FC236}">
                  <a16:creationId xmlns:a16="http://schemas.microsoft.com/office/drawing/2014/main" id="{10733B33-2219-4DD9-8461-7FAA35FA64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742176" y="3743246"/>
              <a:ext cx="346075" cy="4619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6" name="Line 212">
              <a:extLst>
                <a:ext uri="{FF2B5EF4-FFF2-40B4-BE49-F238E27FC236}">
                  <a16:creationId xmlns:a16="http://schemas.microsoft.com/office/drawing/2014/main" id="{B6260414-BF3B-478C-BEE9-DE396A6156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6101" y="3743246"/>
              <a:ext cx="346075" cy="4619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7" name="Line 213">
              <a:extLst>
                <a:ext uri="{FF2B5EF4-FFF2-40B4-BE49-F238E27FC236}">
                  <a16:creationId xmlns:a16="http://schemas.microsoft.com/office/drawing/2014/main" id="{81D496A4-D958-49C3-80DE-5A48D70EC5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742176" y="3743246"/>
              <a:ext cx="1038225" cy="4619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8" name="Line 214">
              <a:extLst>
                <a:ext uri="{FF2B5EF4-FFF2-40B4-BE49-F238E27FC236}">
                  <a16:creationId xmlns:a16="http://schemas.microsoft.com/office/drawing/2014/main" id="{55C2F959-25A3-4404-AA01-35823A18A2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05538" y="3743246"/>
              <a:ext cx="1036638" cy="4619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9" name="Line 215">
              <a:extLst>
                <a:ext uri="{FF2B5EF4-FFF2-40B4-BE49-F238E27FC236}">
                  <a16:creationId xmlns:a16="http://schemas.microsoft.com/office/drawing/2014/main" id="{83395BA3-2C19-4045-A9FC-121AB9806B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42176" y="4205208"/>
              <a:ext cx="0" cy="4619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3" name="Rectangle 235">
              <a:extLst>
                <a:ext uri="{FF2B5EF4-FFF2-40B4-BE49-F238E27FC236}">
                  <a16:creationId xmlns:a16="http://schemas.microsoft.com/office/drawing/2014/main" id="{157066B4-5F45-450D-AD34-3C364F345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6887" y="3660696"/>
              <a:ext cx="367088" cy="246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B11</a:t>
              </a:r>
              <a:endParaRPr kumimoji="0" lang="ja-JP" altLang="ja-JP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04" name="Rectangle 236">
              <a:extLst>
                <a:ext uri="{FF2B5EF4-FFF2-40B4-BE49-F238E27FC236}">
                  <a16:creationId xmlns:a16="http://schemas.microsoft.com/office/drawing/2014/main" id="{5557758A-D216-489D-95B7-420AD26A80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2025" y="3660696"/>
              <a:ext cx="367088" cy="246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B02</a:t>
              </a:r>
              <a:endParaRPr kumimoji="0" lang="ja-JP" altLang="ja-JP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05" name="Rectangle 237">
              <a:extLst>
                <a:ext uri="{FF2B5EF4-FFF2-40B4-BE49-F238E27FC236}">
                  <a16:creationId xmlns:a16="http://schemas.microsoft.com/office/drawing/2014/main" id="{B173687B-1567-41DF-8B34-6A749282F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8662" y="4584621"/>
              <a:ext cx="367088" cy="246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B00</a:t>
              </a:r>
              <a:endParaRPr kumimoji="0" lang="ja-JP" altLang="ja-JP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06" name="Rectangle 238">
              <a:extLst>
                <a:ext uri="{FF2B5EF4-FFF2-40B4-BE49-F238E27FC236}">
                  <a16:creationId xmlns:a16="http://schemas.microsoft.com/office/drawing/2014/main" id="{6C4DB195-31A1-41D3-91D5-1FA6144630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8100" y="2274808"/>
              <a:ext cx="367088" cy="246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B24</a:t>
              </a:r>
              <a:endPara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07" name="Rectangle 239">
              <a:extLst>
                <a:ext uri="{FF2B5EF4-FFF2-40B4-BE49-F238E27FC236}">
                  <a16:creationId xmlns:a16="http://schemas.microsoft.com/office/drawing/2014/main" id="{C046DB79-6AE9-4CE6-8DEB-9B27F9E1E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8662" y="2274808"/>
              <a:ext cx="367088" cy="246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B23</a:t>
              </a:r>
              <a:endPara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08" name="Rectangle 240">
              <a:extLst>
                <a:ext uri="{FF2B5EF4-FFF2-40B4-BE49-F238E27FC236}">
                  <a16:creationId xmlns:a16="http://schemas.microsoft.com/office/drawing/2014/main" id="{CD723BA0-DBB6-4AEB-BADB-EDE3EE6A8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70812" y="2274808"/>
              <a:ext cx="367088" cy="246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B14</a:t>
              </a:r>
              <a:endParaRPr kumimoji="0" lang="ja-JP" altLang="ja-JP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09" name="Rectangle 241">
              <a:extLst>
                <a:ext uri="{FF2B5EF4-FFF2-40B4-BE49-F238E27FC236}">
                  <a16:creationId xmlns:a16="http://schemas.microsoft.com/office/drawing/2014/main" id="{CB19B462-53D9-4094-812E-6A32B11A0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4175" y="3660696"/>
              <a:ext cx="367088" cy="246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B12</a:t>
              </a:r>
              <a:endParaRPr kumimoji="0" lang="ja-JP" altLang="ja-JP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10" name="Rectangle 242">
              <a:extLst>
                <a:ext uri="{FF2B5EF4-FFF2-40B4-BE49-F238E27FC236}">
                  <a16:creationId xmlns:a16="http://schemas.microsoft.com/office/drawing/2014/main" id="{C7596A90-3C7F-4DE5-8E8E-01270083B9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4737" y="3660696"/>
              <a:ext cx="367088" cy="246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B03</a:t>
              </a:r>
              <a:endParaRPr kumimoji="0" lang="ja-JP" altLang="ja-JP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33178F1C-844E-0315-FA04-A3382DCF935E}"/>
              </a:ext>
            </a:extLst>
          </p:cNvPr>
          <p:cNvGrpSpPr/>
          <p:nvPr/>
        </p:nvGrpSpPr>
        <p:grpSpPr>
          <a:xfrm>
            <a:off x="7888100" y="2966958"/>
            <a:ext cx="1741801" cy="1401921"/>
            <a:chOff x="7888100" y="2966958"/>
            <a:chExt cx="1741801" cy="1401921"/>
          </a:xfrm>
        </p:grpSpPr>
        <p:sp>
          <p:nvSpPr>
            <p:cNvPr id="100" name="Rectangle 232">
              <a:extLst>
                <a:ext uri="{FF2B5EF4-FFF2-40B4-BE49-F238E27FC236}">
                  <a16:creationId xmlns:a16="http://schemas.microsoft.com/office/drawing/2014/main" id="{267BBDD4-2F5A-40D6-AD27-38A38DEDA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8100" y="2966958"/>
              <a:ext cx="360676" cy="246221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A22</a:t>
              </a:r>
              <a:endPara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01" name="Rectangle 233">
              <a:extLst>
                <a:ext uri="{FF2B5EF4-FFF2-40B4-BE49-F238E27FC236}">
                  <a16:creationId xmlns:a16="http://schemas.microsoft.com/office/drawing/2014/main" id="{334B4E0F-969D-4E40-ACFE-7390E31D50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69225" y="2966958"/>
              <a:ext cx="360676" cy="246221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A13</a:t>
              </a:r>
              <a:endPara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02" name="Rectangle 234">
              <a:extLst>
                <a:ext uri="{FF2B5EF4-FFF2-40B4-BE49-F238E27FC236}">
                  <a16:creationId xmlns:a16="http://schemas.microsoft.com/office/drawing/2014/main" id="{3D5C1666-5C01-4B81-A87F-B1586E4A03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7075" y="2966958"/>
              <a:ext cx="360676" cy="246221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A04</a:t>
              </a:r>
              <a:endPara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11" name="Rectangle 243">
              <a:extLst>
                <a:ext uri="{FF2B5EF4-FFF2-40B4-BE49-F238E27FC236}">
                  <a16:creationId xmlns:a16="http://schemas.microsoft.com/office/drawing/2014/main" id="{B8D4A3A8-1E2C-4A02-8755-C438B031B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8662" y="4122658"/>
              <a:ext cx="360676" cy="246221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A01</a:t>
              </a:r>
              <a:endPara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</p:grpSp>
      <p:grpSp>
        <p:nvGrpSpPr>
          <p:cNvPr id="115" name="グループ化 114"/>
          <p:cNvGrpSpPr/>
          <p:nvPr/>
        </p:nvGrpSpPr>
        <p:grpSpPr>
          <a:xfrm>
            <a:off x="5587509" y="5347415"/>
            <a:ext cx="5597942" cy="830997"/>
            <a:chOff x="5587509" y="5347415"/>
            <a:chExt cx="5597942" cy="830997"/>
          </a:xfrm>
        </p:grpSpPr>
        <p:sp>
          <p:nvSpPr>
            <p:cNvPr id="113" name="テキスト ボックス 112">
              <a:extLst>
                <a:ext uri="{FF2B5EF4-FFF2-40B4-BE49-F238E27FC236}">
                  <a16:creationId xmlns:a16="http://schemas.microsoft.com/office/drawing/2014/main" id="{B78BFE38-FD4B-416F-8835-A287D9CDBA51}"/>
                </a:ext>
              </a:extLst>
            </p:cNvPr>
            <p:cNvSpPr txBox="1"/>
            <p:nvPr/>
          </p:nvSpPr>
          <p:spPr>
            <a:xfrm>
              <a:off x="5587509" y="5347415"/>
              <a:ext cx="559794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dirty="0"/>
                <a:t>※</a:t>
              </a:r>
              <a:r>
                <a:rPr lang="ja-JP" altLang="en-US" sz="2400" dirty="0"/>
                <a:t> 自分の手番の後に 　 の状態になる</a:t>
              </a:r>
              <a:br>
                <a:rPr lang="en-US" altLang="ja-JP" sz="2400" dirty="0"/>
              </a:br>
              <a:r>
                <a:rPr lang="ja-JP" altLang="en-US" sz="2400" dirty="0"/>
                <a:t>　 ようにゲームを進めると勝てる！</a:t>
              </a:r>
              <a:endParaRPr lang="en-US" altLang="ja-JP" sz="2400" dirty="0"/>
            </a:p>
          </p:txBody>
        </p:sp>
        <p:sp>
          <p:nvSpPr>
            <p:cNvPr id="112" name="Rectangle 243">
              <a:extLst>
                <a:ext uri="{FF2B5EF4-FFF2-40B4-BE49-F238E27FC236}">
                  <a16:creationId xmlns:a16="http://schemas.microsoft.com/office/drawing/2014/main" id="{32E6E074-4015-497B-9EFC-3E7CE9B786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1994" y="5424884"/>
              <a:ext cx="410369" cy="24622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en-US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　　</a:t>
              </a:r>
              <a:endPara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</p:grpSp>
      <p:grpSp>
        <p:nvGrpSpPr>
          <p:cNvPr id="114" name="グループ化 113">
            <a:extLst>
              <a:ext uri="{FF2B5EF4-FFF2-40B4-BE49-F238E27FC236}">
                <a16:creationId xmlns:a16="http://schemas.microsoft.com/office/drawing/2014/main" id="{5E837530-B587-563C-CBD2-EB48138A77FD}"/>
              </a:ext>
            </a:extLst>
          </p:cNvPr>
          <p:cNvGrpSpPr/>
          <p:nvPr/>
        </p:nvGrpSpPr>
        <p:grpSpPr>
          <a:xfrm>
            <a:off x="2559771" y="2742361"/>
            <a:ext cx="1752975" cy="2544921"/>
            <a:chOff x="2562068" y="2735184"/>
            <a:chExt cx="1752975" cy="2544921"/>
          </a:xfrm>
        </p:grpSpPr>
        <p:sp>
          <p:nvSpPr>
            <p:cNvPr id="116" name="Rectangle 62">
              <a:extLst>
                <a:ext uri="{FF2B5EF4-FFF2-40B4-BE49-F238E27FC236}">
                  <a16:creationId xmlns:a16="http://schemas.microsoft.com/office/drawing/2014/main" id="{6C742204-095A-7EA8-6C16-5C68FDB29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5805" y="2735184"/>
              <a:ext cx="367088" cy="246221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B34</a:t>
              </a:r>
              <a:endPara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17" name="Rectangle 65">
              <a:extLst>
                <a:ext uri="{FF2B5EF4-FFF2-40B4-BE49-F238E27FC236}">
                  <a16:creationId xmlns:a16="http://schemas.microsoft.com/office/drawing/2014/main" id="{50D9D242-55B9-D268-C485-CCA04F7CC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7955" y="3878184"/>
              <a:ext cx="367088" cy="246221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B22</a:t>
              </a:r>
              <a:endPara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18" name="Rectangle 66">
              <a:extLst>
                <a:ext uri="{FF2B5EF4-FFF2-40B4-BE49-F238E27FC236}">
                  <a16:creationId xmlns:a16="http://schemas.microsoft.com/office/drawing/2014/main" id="{317E0487-7A94-6FFC-C0DE-B509158AD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068" y="3878184"/>
              <a:ext cx="367088" cy="246221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B13</a:t>
              </a:r>
              <a:endParaRPr kumimoji="0" lang="ja-JP" altLang="ja-JP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19" name="Rectangle 67">
              <a:extLst>
                <a:ext uri="{FF2B5EF4-FFF2-40B4-BE49-F238E27FC236}">
                  <a16:creationId xmlns:a16="http://schemas.microsoft.com/office/drawing/2014/main" id="{D0BB21AD-A368-4E1A-8DF0-F8A8718A69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2630" y="3878184"/>
              <a:ext cx="367088" cy="246221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B04</a:t>
              </a:r>
              <a:endParaRPr kumimoji="0" lang="ja-JP" altLang="ja-JP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20" name="Rectangle 71">
              <a:extLst>
                <a:ext uri="{FF2B5EF4-FFF2-40B4-BE49-F238E27FC236}">
                  <a16:creationId xmlns:a16="http://schemas.microsoft.com/office/drawing/2014/main" id="{22CF9069-929D-0A20-DCD2-24CE6BDE9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5805" y="5033884"/>
              <a:ext cx="367088" cy="246221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B01</a:t>
              </a:r>
              <a:endParaRPr kumimoji="0" lang="ja-JP" altLang="ja-JP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</p:grpSp>
      <p:grpSp>
        <p:nvGrpSpPr>
          <p:cNvPr id="121" name="グループ化 120">
            <a:extLst>
              <a:ext uri="{FF2B5EF4-FFF2-40B4-BE49-F238E27FC236}">
                <a16:creationId xmlns:a16="http://schemas.microsoft.com/office/drawing/2014/main" id="{D5BA4A72-70E2-9E1B-6EE8-C0B1822DCA14}"/>
              </a:ext>
            </a:extLst>
          </p:cNvPr>
          <p:cNvGrpSpPr/>
          <p:nvPr/>
        </p:nvGrpSpPr>
        <p:grpSpPr>
          <a:xfrm>
            <a:off x="7885822" y="2966958"/>
            <a:ext cx="1741801" cy="1401921"/>
            <a:chOff x="7888100" y="2966958"/>
            <a:chExt cx="1741801" cy="1401921"/>
          </a:xfrm>
        </p:grpSpPr>
        <p:sp>
          <p:nvSpPr>
            <p:cNvPr id="122" name="Rectangle 232">
              <a:extLst>
                <a:ext uri="{FF2B5EF4-FFF2-40B4-BE49-F238E27FC236}">
                  <a16:creationId xmlns:a16="http://schemas.microsoft.com/office/drawing/2014/main" id="{73254719-D904-9A6A-8F85-B970663187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8100" y="2966958"/>
              <a:ext cx="360676" cy="24622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A22</a:t>
              </a:r>
              <a:endPara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23" name="Rectangle 233">
              <a:extLst>
                <a:ext uri="{FF2B5EF4-FFF2-40B4-BE49-F238E27FC236}">
                  <a16:creationId xmlns:a16="http://schemas.microsoft.com/office/drawing/2014/main" id="{02DA5A8E-9118-E86B-09BA-0F7B61946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69225" y="2966958"/>
              <a:ext cx="360676" cy="24622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A13</a:t>
              </a:r>
              <a:endPara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24" name="Rectangle 234">
              <a:extLst>
                <a:ext uri="{FF2B5EF4-FFF2-40B4-BE49-F238E27FC236}">
                  <a16:creationId xmlns:a16="http://schemas.microsoft.com/office/drawing/2014/main" id="{2333A768-60C7-B8B1-4FA4-BBEE626D1A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7075" y="2966958"/>
              <a:ext cx="360676" cy="24622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A04</a:t>
              </a:r>
              <a:endPara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25" name="Rectangle 243">
              <a:extLst>
                <a:ext uri="{FF2B5EF4-FFF2-40B4-BE49-F238E27FC236}">
                  <a16:creationId xmlns:a16="http://schemas.microsoft.com/office/drawing/2014/main" id="{1237590D-15FB-F8EE-FDDD-D71E81D215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8662" y="4122658"/>
              <a:ext cx="360676" cy="24622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ja-JP" altLang="ja-JP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ＭＳ ゴシック" panose="020B0609070205080204" pitchFamily="49" charset="-128"/>
                </a:rPr>
                <a:t>A01</a:t>
              </a:r>
              <a:endPara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2434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54B8B0DE-B1DC-4ACE-92E8-D486C14CF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完全無欠のプレイヤー</a:t>
            </a:r>
            <a:r>
              <a:rPr kumimoji="1" lang="en-US" altLang="ja-JP" dirty="0"/>
              <a:t>?!</a:t>
            </a:r>
            <a:endParaRPr kumimoji="1" lang="ja-JP" altLang="en-US" dirty="0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5C5D15C-EC94-4DB3-B2A8-0B3BD9FAB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完全なゲームのグラフ・成功部分グラフが作れれば，完全無欠のプレイヤーになれる．</a:t>
            </a:r>
            <a:endParaRPr kumimoji="1" lang="en-US" altLang="ja-JP" dirty="0"/>
          </a:p>
          <a:p>
            <a:r>
              <a:rPr lang="ja-JP" altLang="en-US" dirty="0"/>
              <a:t>しかし，実際には難しい（グラフが大きすぎる</a:t>
            </a:r>
            <a:r>
              <a:rPr lang="en-US" altLang="ja-JP" dirty="0"/>
              <a:t>!!</a:t>
            </a:r>
            <a:r>
              <a:rPr lang="ja-JP" altLang="en-US" dirty="0"/>
              <a:t>）</a:t>
            </a:r>
            <a:endParaRPr lang="en-US" altLang="ja-JP" dirty="0"/>
          </a:p>
          <a:p>
            <a:pPr marL="0" indent="0" algn="ctr">
              <a:buNone/>
            </a:pPr>
            <a:r>
              <a:rPr kumimoji="1" lang="ja-JP" altLang="en-US" dirty="0"/>
              <a:t>↓</a:t>
            </a:r>
          </a:p>
          <a:p>
            <a:r>
              <a:rPr lang="ja-JP" altLang="en-US" dirty="0"/>
              <a:t>完全なグラフは作れなくても数手先までなら作ることができる．</a:t>
            </a:r>
            <a:endParaRPr lang="en-US" altLang="ja-JP" dirty="0"/>
          </a:p>
          <a:p>
            <a:r>
              <a:rPr kumimoji="1" lang="ja-JP" altLang="en-US" dirty="0"/>
              <a:t>数手先</a:t>
            </a:r>
            <a:r>
              <a:rPr lang="ja-JP" altLang="en-US" dirty="0"/>
              <a:t>までのさまざまな可能性の中で「有利</a:t>
            </a:r>
            <a:r>
              <a:rPr lang="en-US" altLang="ja-JP" dirty="0"/>
              <a:t>/</a:t>
            </a:r>
            <a:r>
              <a:rPr lang="ja-JP" altLang="en-US" dirty="0"/>
              <a:t>不利」 の判断ができるならば，次の手を選ぶ参考にできる．</a:t>
            </a:r>
            <a:r>
              <a:rPr lang="en-US" altLang="ja-JP" dirty="0"/>
              <a:t>(=</a:t>
            </a:r>
            <a:r>
              <a:rPr lang="ja-JP" altLang="en-US" dirty="0"/>
              <a:t> 先読み</a:t>
            </a:r>
            <a:r>
              <a:rPr lang="en-US" altLang="ja-JP" dirty="0"/>
              <a:t>)</a:t>
            </a:r>
          </a:p>
          <a:p>
            <a:r>
              <a:rPr kumimoji="1" lang="ja-JP" altLang="en-US" dirty="0"/>
              <a:t>数手先の状態</a:t>
            </a:r>
            <a:r>
              <a:rPr lang="ja-JP" altLang="en-US" dirty="0"/>
              <a:t>の「有利さ」を </a:t>
            </a:r>
            <a:r>
              <a:rPr lang="en-US" altLang="ja-JP" u="sng" dirty="0"/>
              <a:t>(</a:t>
            </a:r>
            <a:r>
              <a:rPr lang="ja-JP" altLang="en-US" u="sng" dirty="0"/>
              <a:t>静的</a:t>
            </a:r>
            <a:r>
              <a:rPr lang="en-US" altLang="ja-JP" u="sng" dirty="0"/>
              <a:t>)</a:t>
            </a:r>
            <a:r>
              <a:rPr lang="ja-JP" altLang="en-US" u="sng" dirty="0"/>
              <a:t>評価値</a:t>
            </a:r>
            <a:r>
              <a:rPr lang="ja-JP" altLang="en-US" dirty="0"/>
              <a:t>として与えられれば，そのような判断が可能になる．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309763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65FC04-B831-43A6-87FA-3BCF0D373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</a:t>
            </a:r>
            <a:r>
              <a:rPr kumimoji="1" lang="ja-JP" altLang="en-US" dirty="0"/>
              <a:t>静的</a:t>
            </a:r>
            <a:r>
              <a:rPr kumimoji="1" lang="en-US" altLang="ja-JP" dirty="0"/>
              <a:t>)</a:t>
            </a:r>
            <a:r>
              <a:rPr kumimoji="1" lang="ja-JP" altLang="en-US" dirty="0"/>
              <a:t> 評価値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C72FF1-CC58-4D99-A787-13EF57CF8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ゲームの状態ごとの「有利さ」の程度を表す値．</a:t>
            </a:r>
            <a:endParaRPr kumimoji="1" lang="en-US" altLang="ja-JP" dirty="0"/>
          </a:p>
          <a:p>
            <a:r>
              <a:rPr lang="ja-JP" altLang="en-US" dirty="0"/>
              <a:t>たとえば，必勝 </a:t>
            </a:r>
            <a:r>
              <a:rPr lang="en-US" altLang="ja-JP" dirty="0"/>
              <a:t>=</a:t>
            </a:r>
            <a:r>
              <a:rPr lang="ja-JP" altLang="en-US" dirty="0"/>
              <a:t> </a:t>
            </a:r>
            <a:r>
              <a:rPr lang="en-US" altLang="ja-JP" dirty="0"/>
              <a:t>100</a:t>
            </a:r>
            <a:r>
              <a:rPr lang="ja-JP" altLang="en-US" dirty="0" err="1"/>
              <a:t>，</a:t>
            </a:r>
            <a:r>
              <a:rPr lang="ja-JP" altLang="en-US" dirty="0"/>
              <a:t>必敗 </a:t>
            </a:r>
            <a:r>
              <a:rPr lang="en-US" altLang="ja-JP" dirty="0"/>
              <a:t>=</a:t>
            </a:r>
            <a:r>
              <a:rPr lang="ja-JP" altLang="en-US" dirty="0"/>
              <a:t> </a:t>
            </a:r>
            <a:r>
              <a:rPr lang="en-US" altLang="ja-JP" dirty="0"/>
              <a:t>0</a:t>
            </a:r>
            <a:r>
              <a:rPr lang="ja-JP" altLang="en-US" dirty="0"/>
              <a:t> など．</a:t>
            </a:r>
            <a:endParaRPr lang="en-US" altLang="ja-JP" dirty="0"/>
          </a:p>
          <a:p>
            <a:r>
              <a:rPr lang="ja-JP" altLang="en-US" dirty="0"/>
              <a:t>各プレイヤーは「有利さ」について同じ判断をするものとする．</a:t>
            </a:r>
            <a:endParaRPr lang="en-US" altLang="ja-JP" dirty="0"/>
          </a:p>
          <a:p>
            <a:pPr marL="0" indent="0" algn="ctr">
              <a:buNone/>
            </a:pPr>
            <a:r>
              <a:rPr lang="ja-JP" altLang="en-US" dirty="0"/>
              <a:t>↓</a:t>
            </a:r>
            <a:endParaRPr lang="en-US" altLang="ja-JP" dirty="0"/>
          </a:p>
          <a:p>
            <a:r>
              <a:rPr lang="ja-JP" altLang="en-US" dirty="0"/>
              <a:t>成功</a:t>
            </a:r>
            <a:r>
              <a:rPr lang="en-US" altLang="ja-JP" dirty="0"/>
              <a:t>/</a:t>
            </a:r>
            <a:r>
              <a:rPr lang="ja-JP" altLang="en-US" dirty="0"/>
              <a:t>失敗と同じく，プレイヤー</a:t>
            </a:r>
            <a:r>
              <a:rPr lang="en-US" altLang="ja-JP" dirty="0"/>
              <a:t>A</a:t>
            </a:r>
            <a:r>
              <a:rPr lang="ja-JP" altLang="en-US" dirty="0"/>
              <a:t>の「有利」はプレイヤー</a:t>
            </a:r>
            <a:r>
              <a:rPr lang="en-US" altLang="ja-JP" dirty="0"/>
              <a:t>B</a:t>
            </a:r>
            <a:r>
              <a:rPr lang="ja-JP" altLang="en-US" dirty="0"/>
              <a:t>の「不利」なので，</a:t>
            </a:r>
            <a:r>
              <a:rPr lang="en-US" altLang="ja-JP" dirty="0"/>
              <a:t>A</a:t>
            </a:r>
            <a:r>
              <a:rPr lang="ja-JP" altLang="en-US" dirty="0"/>
              <a:t>と</a:t>
            </a:r>
            <a:r>
              <a:rPr lang="en-US" altLang="ja-JP" dirty="0"/>
              <a:t>B</a:t>
            </a:r>
            <a:r>
              <a:rPr lang="ja-JP" altLang="en-US" dirty="0"/>
              <a:t>では，評価値は逆になる，</a:t>
            </a:r>
            <a:br>
              <a:rPr lang="en-US" altLang="ja-JP" dirty="0"/>
            </a:br>
            <a:r>
              <a:rPr lang="ja-JP" altLang="en-US" dirty="0"/>
              <a:t>（たとえば，</a:t>
            </a:r>
            <a:r>
              <a:rPr lang="en-US" altLang="ja-JP" dirty="0"/>
              <a:t>B</a:t>
            </a:r>
            <a:r>
              <a:rPr lang="ja-JP" altLang="en-US" dirty="0" err="1"/>
              <a:t>の評</a:t>
            </a:r>
            <a:r>
              <a:rPr lang="ja-JP" altLang="en-US" dirty="0"/>
              <a:t>価値 </a:t>
            </a:r>
            <a:r>
              <a:rPr lang="en-US" altLang="ja-JP" dirty="0"/>
              <a:t>=</a:t>
            </a:r>
            <a:r>
              <a:rPr lang="ja-JP" altLang="en-US" dirty="0"/>
              <a:t> </a:t>
            </a:r>
            <a:r>
              <a:rPr lang="en-US" altLang="ja-JP" dirty="0"/>
              <a:t>100</a:t>
            </a:r>
            <a:r>
              <a:rPr lang="ja-JP" altLang="en-US" dirty="0"/>
              <a:t> </a:t>
            </a:r>
            <a:r>
              <a:rPr lang="ja-JP" altLang="en-US" dirty="0" err="1"/>
              <a:t>ー</a:t>
            </a:r>
            <a:r>
              <a:rPr lang="ja-JP" altLang="en-US" dirty="0"/>
              <a:t> </a:t>
            </a:r>
            <a:r>
              <a:rPr lang="en-US" altLang="ja-JP" dirty="0"/>
              <a:t>A</a:t>
            </a:r>
            <a:r>
              <a:rPr lang="ja-JP" altLang="en-US" dirty="0" err="1"/>
              <a:t>の評</a:t>
            </a:r>
            <a:r>
              <a:rPr lang="ja-JP" altLang="en-US" dirty="0"/>
              <a:t>価値 など．）</a:t>
            </a:r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41481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3A7451-C9B7-44BA-B437-AE320CFDB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ミニマックス</a:t>
            </a:r>
            <a:r>
              <a:rPr kumimoji="1" lang="en-US" altLang="ja-JP" dirty="0"/>
              <a:t>(minimax)</a:t>
            </a:r>
            <a:r>
              <a:rPr lang="ja-JP" altLang="en-US" dirty="0"/>
              <a:t>法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6B75788-78D6-4F44-8C69-88B28F8FE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kumimoji="1" lang="ja-JP" altLang="en-US" dirty="0"/>
              <a:t>ゲームのグラフが作成できる範囲で先読みをして，その結果生じる状態 </a:t>
            </a:r>
            <a:r>
              <a:rPr kumimoji="1" lang="en-US" altLang="ja-JP" dirty="0"/>
              <a:t>(</a:t>
            </a:r>
            <a:r>
              <a:rPr kumimoji="1" lang="ja-JP" altLang="en-US" dirty="0"/>
              <a:t>勝敗が決まっているとは限らない</a:t>
            </a:r>
            <a:r>
              <a:rPr kumimoji="1" lang="en-US" altLang="ja-JP" dirty="0"/>
              <a:t>)</a:t>
            </a:r>
            <a:r>
              <a:rPr kumimoji="1" lang="ja-JP" altLang="en-US" dirty="0"/>
              <a:t> の評価値が適切に</a:t>
            </a:r>
            <a:r>
              <a:rPr kumimoji="1" lang="ja-JP" altLang="en-US" dirty="0" err="1"/>
              <a:t>与えられるている</a:t>
            </a:r>
            <a:r>
              <a:rPr kumimoji="1" lang="ja-JP" altLang="en-US" dirty="0"/>
              <a:t>ものとする．</a:t>
            </a:r>
            <a:endParaRPr kumimoji="1" lang="en-US" altLang="ja-JP" dirty="0"/>
          </a:p>
          <a:p>
            <a:pPr>
              <a:spcBef>
                <a:spcPts val="1200"/>
              </a:spcBef>
            </a:pPr>
            <a:r>
              <a:rPr lang="ja-JP" altLang="en-US" dirty="0"/>
              <a:t>双方が最善の手を選択すると仮定すると</a:t>
            </a:r>
            <a:r>
              <a:rPr lang="en-US" altLang="ja-JP" dirty="0"/>
              <a:t>…</a:t>
            </a:r>
          </a:p>
          <a:p>
            <a:pPr lvl="1">
              <a:spcBef>
                <a:spcPts val="1200"/>
              </a:spcBef>
              <a:buFont typeface="游ゴシック" panose="020B0400000000000000" pitchFamily="50" charset="-128"/>
              <a:buChar char="‒"/>
            </a:pPr>
            <a:r>
              <a:rPr kumimoji="1" lang="en-US" altLang="ja-JP" dirty="0"/>
              <a:t>A</a:t>
            </a:r>
            <a:r>
              <a:rPr kumimoji="1" lang="ja-JP" altLang="en-US" dirty="0"/>
              <a:t>の手番の時，</a:t>
            </a:r>
            <a:r>
              <a:rPr kumimoji="1" lang="en-US" altLang="ja-JP" dirty="0"/>
              <a:t>A</a:t>
            </a:r>
            <a:r>
              <a:rPr kumimoji="1" lang="ja-JP" altLang="en-US" dirty="0"/>
              <a:t>は次の状態として</a:t>
            </a:r>
            <a:r>
              <a:rPr kumimoji="1" lang="en-US" altLang="ja-JP" dirty="0"/>
              <a:t>A</a:t>
            </a:r>
            <a:r>
              <a:rPr kumimoji="1" lang="ja-JP" altLang="en-US" dirty="0"/>
              <a:t>にとって</a:t>
            </a:r>
            <a:r>
              <a:rPr lang="ja-JP" altLang="en-US" dirty="0"/>
              <a:t>最も高い</a:t>
            </a:r>
            <a:r>
              <a:rPr kumimoji="1" lang="ja-JP" altLang="en-US" dirty="0"/>
              <a:t>評価値の状態を選ぶはず．したがって，その</a:t>
            </a:r>
            <a:r>
              <a:rPr kumimoji="1" lang="en-US" altLang="ja-JP" dirty="0"/>
              <a:t>(A</a:t>
            </a:r>
            <a:r>
              <a:rPr kumimoji="1" lang="ja-JP" altLang="en-US" dirty="0"/>
              <a:t>の手番の</a:t>
            </a:r>
            <a:r>
              <a:rPr kumimoji="1" lang="en-US" altLang="ja-JP" dirty="0"/>
              <a:t>)</a:t>
            </a:r>
            <a:r>
              <a:rPr kumimoji="1" lang="ja-JP" altLang="en-US" dirty="0"/>
              <a:t>状態の評価値は，その次の状態の最大値</a:t>
            </a:r>
            <a:r>
              <a:rPr lang="en-US" altLang="ja-JP" dirty="0"/>
              <a:t>(Maximum)</a:t>
            </a:r>
            <a:r>
              <a:rPr lang="ja-JP" altLang="en-US" dirty="0"/>
              <a:t>となる．</a:t>
            </a:r>
            <a:endParaRPr lang="en-US" altLang="ja-JP" dirty="0"/>
          </a:p>
          <a:p>
            <a:pPr lvl="1">
              <a:spcBef>
                <a:spcPts val="1200"/>
              </a:spcBef>
              <a:buFont typeface="游ゴシック" panose="020B0400000000000000" pitchFamily="50" charset="-128"/>
              <a:buChar char="‒"/>
            </a:pPr>
            <a:r>
              <a:rPr lang="en-US" altLang="ja-JP" dirty="0"/>
              <a:t>B</a:t>
            </a:r>
            <a:r>
              <a:rPr lang="ja-JP" altLang="en-US" dirty="0"/>
              <a:t>の手番の時，</a:t>
            </a:r>
            <a:r>
              <a:rPr lang="en-US" altLang="ja-JP" dirty="0"/>
              <a:t>B</a:t>
            </a:r>
            <a:r>
              <a:rPr lang="ja-JP" altLang="en-US" dirty="0"/>
              <a:t>は次の状態として</a:t>
            </a:r>
            <a:r>
              <a:rPr lang="en-US" altLang="ja-JP" dirty="0"/>
              <a:t>B</a:t>
            </a:r>
            <a:r>
              <a:rPr lang="ja-JP" altLang="en-US" dirty="0"/>
              <a:t>にとって最も高い</a:t>
            </a:r>
            <a:r>
              <a:rPr lang="en-US" altLang="ja-JP" dirty="0"/>
              <a:t>(A</a:t>
            </a:r>
            <a:r>
              <a:rPr lang="ja-JP" altLang="en-US" dirty="0"/>
              <a:t>にとって最も低い</a:t>
            </a:r>
            <a:r>
              <a:rPr lang="en-US" altLang="ja-JP" dirty="0"/>
              <a:t>)</a:t>
            </a:r>
            <a:r>
              <a:rPr lang="ja-JP" altLang="en-US" dirty="0"/>
              <a:t>評価値の状態を選ぶはず．したがって，その</a:t>
            </a:r>
            <a:r>
              <a:rPr lang="en-US" altLang="ja-JP" dirty="0"/>
              <a:t>(B</a:t>
            </a:r>
            <a:r>
              <a:rPr lang="ja-JP" altLang="en-US" dirty="0"/>
              <a:t>の手番の</a:t>
            </a:r>
            <a:r>
              <a:rPr lang="en-US" altLang="ja-JP" dirty="0"/>
              <a:t>)</a:t>
            </a:r>
            <a:r>
              <a:rPr lang="ja-JP" altLang="en-US" dirty="0"/>
              <a:t>状態の</a:t>
            </a:r>
            <a:r>
              <a:rPr lang="en-US" altLang="ja-JP" dirty="0"/>
              <a:t>(A</a:t>
            </a:r>
            <a:r>
              <a:rPr lang="ja-JP" altLang="en-US" dirty="0"/>
              <a:t>にとっての</a:t>
            </a:r>
            <a:r>
              <a:rPr lang="en-US" altLang="ja-JP" dirty="0"/>
              <a:t>)</a:t>
            </a:r>
            <a:r>
              <a:rPr lang="ja-JP" altLang="en-US" dirty="0"/>
              <a:t>評価値は，その次の状態の最小値</a:t>
            </a:r>
            <a:r>
              <a:rPr lang="en-US" altLang="ja-JP" dirty="0"/>
              <a:t>(Minimum)</a:t>
            </a:r>
            <a:r>
              <a:rPr lang="ja-JP" altLang="en-US" dirty="0"/>
              <a:t>となる．</a:t>
            </a:r>
            <a:endParaRPr lang="en-US" altLang="ja-JP" dirty="0"/>
          </a:p>
          <a:p>
            <a:pPr>
              <a:spcBef>
                <a:spcPts val="1200"/>
              </a:spcBef>
            </a:pPr>
            <a:r>
              <a:rPr lang="ja-JP" altLang="en-US" dirty="0"/>
              <a:t>そのようにして次の手を決定する方法 </a:t>
            </a:r>
            <a:r>
              <a:rPr lang="en-US" altLang="ja-JP" dirty="0"/>
              <a:t>=</a:t>
            </a:r>
            <a:r>
              <a:rPr lang="ja-JP" altLang="en-US" dirty="0"/>
              <a:t>ミニマックス法</a:t>
            </a:r>
          </a:p>
        </p:txBody>
      </p:sp>
    </p:spTree>
    <p:extLst>
      <p:ext uri="{BB962C8B-B14F-4D97-AF65-F5344CB8AC3E}">
        <p14:creationId xmlns:p14="http://schemas.microsoft.com/office/powerpoint/2010/main" val="3040305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3C6728-4153-495A-9709-F46DD5C62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ミニマックス</a:t>
            </a:r>
            <a:r>
              <a:rPr lang="en-US" altLang="ja-JP" dirty="0"/>
              <a:t>(minimax)</a:t>
            </a:r>
            <a:r>
              <a:rPr lang="ja-JP" altLang="en-US" dirty="0"/>
              <a:t>法</a:t>
            </a:r>
            <a:endParaRPr kumimoji="1" lang="ja-JP" altLang="en-US" dirty="0"/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01A13DA0-25F4-462E-A2F1-243C628D7089}"/>
              </a:ext>
            </a:extLst>
          </p:cNvPr>
          <p:cNvSpPr/>
          <p:nvPr/>
        </p:nvSpPr>
        <p:spPr>
          <a:xfrm>
            <a:off x="7953103" y="1690690"/>
            <a:ext cx="576000" cy="576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92F5B5BF-2705-499E-919E-DAB482282B8A}"/>
              </a:ext>
            </a:extLst>
          </p:cNvPr>
          <p:cNvSpPr txBox="1"/>
          <p:nvPr/>
        </p:nvSpPr>
        <p:spPr>
          <a:xfrm>
            <a:off x="8529103" y="1794024"/>
            <a:ext cx="3055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A</a:t>
            </a:r>
            <a:r>
              <a:rPr lang="ja-JP" altLang="en-US" sz="2400" dirty="0"/>
              <a:t>の手番の状態</a:t>
            </a:r>
            <a:r>
              <a:rPr lang="en-US" altLang="ja-JP" sz="2400" dirty="0"/>
              <a:t>(max)</a:t>
            </a:r>
            <a:endParaRPr kumimoji="1" lang="ja-JP" altLang="en-US" sz="2400" dirty="0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58084917-12BA-4057-9A49-07F65A5C4244}"/>
              </a:ext>
            </a:extLst>
          </p:cNvPr>
          <p:cNvSpPr/>
          <p:nvPr/>
        </p:nvSpPr>
        <p:spPr>
          <a:xfrm>
            <a:off x="7953103" y="2411039"/>
            <a:ext cx="576000" cy="576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3569A62E-7B65-46BB-ADD7-D92BD2F273A7}"/>
              </a:ext>
            </a:extLst>
          </p:cNvPr>
          <p:cNvSpPr txBox="1"/>
          <p:nvPr/>
        </p:nvSpPr>
        <p:spPr>
          <a:xfrm>
            <a:off x="8529103" y="2514373"/>
            <a:ext cx="29995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B</a:t>
            </a:r>
            <a:r>
              <a:rPr lang="ja-JP" altLang="en-US" sz="2400" dirty="0"/>
              <a:t>の手番の状態</a:t>
            </a:r>
            <a:r>
              <a:rPr lang="en-US" altLang="ja-JP" sz="2400" dirty="0"/>
              <a:t>(min)</a:t>
            </a:r>
            <a:endParaRPr kumimoji="1" lang="ja-JP" altLang="en-US" sz="2400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0AE10B16-ABC6-4167-AA2A-452AC9226CDA}"/>
              </a:ext>
            </a:extLst>
          </p:cNvPr>
          <p:cNvSpPr txBox="1"/>
          <p:nvPr/>
        </p:nvSpPr>
        <p:spPr>
          <a:xfrm>
            <a:off x="8008272" y="3223721"/>
            <a:ext cx="36250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34988" algn="l"/>
              </a:tabLst>
            </a:pPr>
            <a:r>
              <a:rPr kumimoji="1" lang="en-US" altLang="ja-JP" sz="2400" dirty="0">
                <a:solidFill>
                  <a:srgbClr val="FF0000"/>
                </a:solidFill>
              </a:rPr>
              <a:t>50</a:t>
            </a:r>
            <a:r>
              <a:rPr kumimoji="1" lang="en-US" altLang="ja-JP" sz="2400" dirty="0"/>
              <a:t>	(A</a:t>
            </a:r>
            <a:r>
              <a:rPr kumimoji="1" lang="ja-JP" altLang="en-US" sz="2400" dirty="0"/>
              <a:t>にとっての</a:t>
            </a:r>
            <a:r>
              <a:rPr kumimoji="1" lang="en-US" altLang="ja-JP" sz="2400" dirty="0"/>
              <a:t>)</a:t>
            </a:r>
            <a:r>
              <a:rPr kumimoji="1" lang="ja-JP" altLang="en-US" sz="2400" dirty="0"/>
              <a:t>評価値</a:t>
            </a:r>
          </a:p>
        </p:txBody>
      </p:sp>
      <p:grpSp>
        <p:nvGrpSpPr>
          <p:cNvPr id="5" name="グループ化 4"/>
          <p:cNvGrpSpPr/>
          <p:nvPr/>
        </p:nvGrpSpPr>
        <p:grpSpPr>
          <a:xfrm>
            <a:off x="941688" y="1343029"/>
            <a:ext cx="6278349" cy="4825229"/>
            <a:chOff x="941688" y="1343029"/>
            <a:chExt cx="6278349" cy="4825229"/>
          </a:xfrm>
        </p:grpSpPr>
        <p:grpSp>
          <p:nvGrpSpPr>
            <p:cNvPr id="3" name="グループ化 2"/>
            <p:cNvGrpSpPr/>
            <p:nvPr/>
          </p:nvGrpSpPr>
          <p:grpSpPr>
            <a:xfrm>
              <a:off x="4113306" y="4155054"/>
              <a:ext cx="812193" cy="558958"/>
              <a:chOff x="4671803" y="3225817"/>
              <a:chExt cx="2301835" cy="1446841"/>
            </a:xfrm>
          </p:grpSpPr>
          <p:cxnSp>
            <p:nvCxnSpPr>
              <p:cNvPr id="29" name="直線コネクタ 28"/>
              <p:cNvCxnSpPr/>
              <p:nvPr/>
            </p:nvCxnSpPr>
            <p:spPr>
              <a:xfrm flipV="1">
                <a:off x="5814469" y="3225817"/>
                <a:ext cx="6481" cy="144257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線コネクタ 29"/>
              <p:cNvCxnSpPr/>
              <p:nvPr/>
            </p:nvCxnSpPr>
            <p:spPr>
              <a:xfrm flipV="1">
                <a:off x="4671803" y="3232185"/>
                <a:ext cx="1149148" cy="143506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コネクタ 30"/>
              <p:cNvCxnSpPr/>
              <p:nvPr/>
            </p:nvCxnSpPr>
            <p:spPr>
              <a:xfrm flipH="1" flipV="1">
                <a:off x="5824490" y="3237593"/>
                <a:ext cx="1149148" cy="143506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グループ化 32"/>
            <p:cNvGrpSpPr/>
            <p:nvPr/>
          </p:nvGrpSpPr>
          <p:grpSpPr>
            <a:xfrm>
              <a:off x="5253731" y="4154230"/>
              <a:ext cx="812193" cy="558958"/>
              <a:chOff x="4671803" y="3225817"/>
              <a:chExt cx="2301835" cy="1446841"/>
            </a:xfrm>
          </p:grpSpPr>
          <p:cxnSp>
            <p:nvCxnSpPr>
              <p:cNvPr id="34" name="直線コネクタ 33"/>
              <p:cNvCxnSpPr/>
              <p:nvPr/>
            </p:nvCxnSpPr>
            <p:spPr>
              <a:xfrm flipV="1">
                <a:off x="5814469" y="3225817"/>
                <a:ext cx="6481" cy="144257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線コネクタ 36"/>
              <p:cNvCxnSpPr/>
              <p:nvPr/>
            </p:nvCxnSpPr>
            <p:spPr>
              <a:xfrm flipV="1">
                <a:off x="4671803" y="3232185"/>
                <a:ext cx="1149148" cy="143506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線コネクタ 37"/>
              <p:cNvCxnSpPr/>
              <p:nvPr/>
            </p:nvCxnSpPr>
            <p:spPr>
              <a:xfrm flipH="1" flipV="1">
                <a:off x="5824490" y="3237593"/>
                <a:ext cx="1149148" cy="143506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グループ化 38"/>
            <p:cNvGrpSpPr/>
            <p:nvPr/>
          </p:nvGrpSpPr>
          <p:grpSpPr>
            <a:xfrm>
              <a:off x="6407844" y="4159603"/>
              <a:ext cx="812193" cy="558958"/>
              <a:chOff x="4671803" y="3225817"/>
              <a:chExt cx="2301835" cy="1446841"/>
            </a:xfrm>
          </p:grpSpPr>
          <p:cxnSp>
            <p:nvCxnSpPr>
              <p:cNvPr id="40" name="直線コネクタ 39"/>
              <p:cNvCxnSpPr/>
              <p:nvPr/>
            </p:nvCxnSpPr>
            <p:spPr>
              <a:xfrm flipV="1">
                <a:off x="5814469" y="3225817"/>
                <a:ext cx="6481" cy="144257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線コネクタ 40"/>
              <p:cNvCxnSpPr/>
              <p:nvPr/>
            </p:nvCxnSpPr>
            <p:spPr>
              <a:xfrm flipV="1">
                <a:off x="4671803" y="3232185"/>
                <a:ext cx="1149148" cy="143506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線コネクタ 41"/>
              <p:cNvCxnSpPr/>
              <p:nvPr/>
            </p:nvCxnSpPr>
            <p:spPr>
              <a:xfrm flipH="1" flipV="1">
                <a:off x="5824490" y="3237593"/>
                <a:ext cx="1149148" cy="143506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グループ化 42"/>
            <p:cNvGrpSpPr/>
            <p:nvPr/>
          </p:nvGrpSpPr>
          <p:grpSpPr>
            <a:xfrm>
              <a:off x="941688" y="4146533"/>
              <a:ext cx="812193" cy="558958"/>
              <a:chOff x="4671803" y="3225817"/>
              <a:chExt cx="2301835" cy="1446841"/>
            </a:xfrm>
          </p:grpSpPr>
          <p:cxnSp>
            <p:nvCxnSpPr>
              <p:cNvPr id="44" name="直線コネクタ 43"/>
              <p:cNvCxnSpPr/>
              <p:nvPr/>
            </p:nvCxnSpPr>
            <p:spPr>
              <a:xfrm flipV="1">
                <a:off x="5814469" y="3225817"/>
                <a:ext cx="6481" cy="144257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線コネクタ 47"/>
              <p:cNvCxnSpPr/>
              <p:nvPr/>
            </p:nvCxnSpPr>
            <p:spPr>
              <a:xfrm flipV="1">
                <a:off x="4671803" y="3232185"/>
                <a:ext cx="1149148" cy="143506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線コネクタ 48"/>
              <p:cNvCxnSpPr/>
              <p:nvPr/>
            </p:nvCxnSpPr>
            <p:spPr>
              <a:xfrm flipH="1" flipV="1">
                <a:off x="5824490" y="3237593"/>
                <a:ext cx="1149148" cy="143506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グループ化 49"/>
            <p:cNvGrpSpPr/>
            <p:nvPr/>
          </p:nvGrpSpPr>
          <p:grpSpPr>
            <a:xfrm>
              <a:off x="1516094" y="5604751"/>
              <a:ext cx="812193" cy="558958"/>
              <a:chOff x="4671803" y="3225817"/>
              <a:chExt cx="2301835" cy="1446841"/>
            </a:xfrm>
          </p:grpSpPr>
          <p:cxnSp>
            <p:nvCxnSpPr>
              <p:cNvPr id="51" name="直線コネクタ 50"/>
              <p:cNvCxnSpPr/>
              <p:nvPr/>
            </p:nvCxnSpPr>
            <p:spPr>
              <a:xfrm flipV="1">
                <a:off x="5814469" y="3225817"/>
                <a:ext cx="6481" cy="144257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線コネクタ 52"/>
              <p:cNvCxnSpPr/>
              <p:nvPr/>
            </p:nvCxnSpPr>
            <p:spPr>
              <a:xfrm flipV="1">
                <a:off x="4671803" y="3232185"/>
                <a:ext cx="1149148" cy="143506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線コネクタ 54"/>
              <p:cNvCxnSpPr/>
              <p:nvPr/>
            </p:nvCxnSpPr>
            <p:spPr>
              <a:xfrm flipH="1" flipV="1">
                <a:off x="5824490" y="3237593"/>
                <a:ext cx="1149148" cy="143506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グループ化 55"/>
            <p:cNvGrpSpPr/>
            <p:nvPr/>
          </p:nvGrpSpPr>
          <p:grpSpPr>
            <a:xfrm>
              <a:off x="2656519" y="5603927"/>
              <a:ext cx="812193" cy="558958"/>
              <a:chOff x="4671803" y="3225817"/>
              <a:chExt cx="2301835" cy="1446841"/>
            </a:xfrm>
          </p:grpSpPr>
          <p:cxnSp>
            <p:nvCxnSpPr>
              <p:cNvPr id="57" name="直線コネクタ 56"/>
              <p:cNvCxnSpPr/>
              <p:nvPr/>
            </p:nvCxnSpPr>
            <p:spPr>
              <a:xfrm flipV="1">
                <a:off x="5814469" y="3225817"/>
                <a:ext cx="6481" cy="144257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線コネクタ 57"/>
              <p:cNvCxnSpPr/>
              <p:nvPr/>
            </p:nvCxnSpPr>
            <p:spPr>
              <a:xfrm flipV="1">
                <a:off x="4671803" y="3232185"/>
                <a:ext cx="1149148" cy="143506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線コネクタ 58"/>
              <p:cNvCxnSpPr/>
              <p:nvPr/>
            </p:nvCxnSpPr>
            <p:spPr>
              <a:xfrm flipH="1" flipV="1">
                <a:off x="5824490" y="3237593"/>
                <a:ext cx="1149148" cy="143506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" name="グループ化 59"/>
            <p:cNvGrpSpPr/>
            <p:nvPr/>
          </p:nvGrpSpPr>
          <p:grpSpPr>
            <a:xfrm>
              <a:off x="3810632" y="5609300"/>
              <a:ext cx="812193" cy="558958"/>
              <a:chOff x="4671803" y="3225817"/>
              <a:chExt cx="2301835" cy="1446841"/>
            </a:xfrm>
          </p:grpSpPr>
          <p:cxnSp>
            <p:nvCxnSpPr>
              <p:cNvPr id="61" name="直線コネクタ 60"/>
              <p:cNvCxnSpPr/>
              <p:nvPr/>
            </p:nvCxnSpPr>
            <p:spPr>
              <a:xfrm flipV="1">
                <a:off x="5814469" y="3225817"/>
                <a:ext cx="6481" cy="144257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線コネクタ 61"/>
              <p:cNvCxnSpPr/>
              <p:nvPr/>
            </p:nvCxnSpPr>
            <p:spPr>
              <a:xfrm flipV="1">
                <a:off x="4671803" y="3232185"/>
                <a:ext cx="1149148" cy="143506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線コネクタ 62"/>
              <p:cNvCxnSpPr/>
              <p:nvPr/>
            </p:nvCxnSpPr>
            <p:spPr>
              <a:xfrm flipH="1" flipV="1">
                <a:off x="5824490" y="3237593"/>
                <a:ext cx="1149148" cy="143506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直線コネクタ 14"/>
            <p:cNvCxnSpPr/>
            <p:nvPr/>
          </p:nvCxnSpPr>
          <p:spPr>
            <a:xfrm flipV="1">
              <a:off x="1333500" y="2705100"/>
              <a:ext cx="880528" cy="14478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コネクタ 86"/>
            <p:cNvCxnSpPr/>
            <p:nvPr/>
          </p:nvCxnSpPr>
          <p:spPr>
            <a:xfrm flipH="1" flipV="1">
              <a:off x="2203178" y="2705100"/>
              <a:ext cx="880528" cy="14478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コネクタ 87"/>
            <p:cNvCxnSpPr/>
            <p:nvPr/>
          </p:nvCxnSpPr>
          <p:spPr>
            <a:xfrm flipV="1">
              <a:off x="3068366" y="4146533"/>
              <a:ext cx="6481" cy="14425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線コネクタ 88"/>
            <p:cNvCxnSpPr/>
            <p:nvPr/>
          </p:nvCxnSpPr>
          <p:spPr>
            <a:xfrm flipV="1">
              <a:off x="1925700" y="4152901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線コネクタ 89"/>
            <p:cNvCxnSpPr/>
            <p:nvPr/>
          </p:nvCxnSpPr>
          <p:spPr>
            <a:xfrm flipH="1" flipV="1">
              <a:off x="3078387" y="4158309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コネクタ 90"/>
            <p:cNvCxnSpPr/>
            <p:nvPr/>
          </p:nvCxnSpPr>
          <p:spPr>
            <a:xfrm flipV="1">
              <a:off x="5662069" y="2711467"/>
              <a:ext cx="6481" cy="14425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線コネクタ 91"/>
            <p:cNvCxnSpPr/>
            <p:nvPr/>
          </p:nvCxnSpPr>
          <p:spPr>
            <a:xfrm flipV="1">
              <a:off x="4519403" y="2717835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コネクタ 92"/>
            <p:cNvCxnSpPr/>
            <p:nvPr/>
          </p:nvCxnSpPr>
          <p:spPr>
            <a:xfrm flipH="1" flipV="1">
              <a:off x="5672090" y="2723243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グループ化 3"/>
            <p:cNvGrpSpPr/>
            <p:nvPr/>
          </p:nvGrpSpPr>
          <p:grpSpPr>
            <a:xfrm>
              <a:off x="2210469" y="1622424"/>
              <a:ext cx="3468513" cy="1121963"/>
              <a:chOff x="2210469" y="1273181"/>
              <a:chExt cx="3468513" cy="1471207"/>
            </a:xfrm>
          </p:grpSpPr>
          <p:cxnSp>
            <p:nvCxnSpPr>
              <p:cNvPr id="94" name="直線コネクタ 93"/>
              <p:cNvCxnSpPr/>
              <p:nvPr/>
            </p:nvCxnSpPr>
            <p:spPr>
              <a:xfrm flipV="1">
                <a:off x="2210469" y="1273181"/>
                <a:ext cx="1744250" cy="146127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線コネクタ 94"/>
              <p:cNvCxnSpPr/>
              <p:nvPr/>
            </p:nvCxnSpPr>
            <p:spPr>
              <a:xfrm flipH="1" flipV="1">
                <a:off x="3934732" y="1283116"/>
                <a:ext cx="1744250" cy="146127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楕円 51">
              <a:extLst>
                <a:ext uri="{FF2B5EF4-FFF2-40B4-BE49-F238E27FC236}">
                  <a16:creationId xmlns:a16="http://schemas.microsoft.com/office/drawing/2014/main" id="{01A13DA0-25F4-462E-A2F1-243C628D7089}"/>
                </a:ext>
              </a:extLst>
            </p:cNvPr>
            <p:cNvSpPr/>
            <p:nvPr/>
          </p:nvSpPr>
          <p:spPr>
            <a:xfrm>
              <a:off x="3647010" y="1343029"/>
              <a:ext cx="576000" cy="57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kumimoji="1" lang="ja-JP" altLang="en-US" sz="5400" dirty="0">
                <a:solidFill>
                  <a:srgbClr val="FF0000"/>
                </a:solidFill>
              </a:endParaRPr>
            </a:p>
          </p:txBody>
        </p:sp>
        <p:sp>
          <p:nvSpPr>
            <p:cNvPr id="54" name="楕円 53">
              <a:extLst>
                <a:ext uri="{FF2B5EF4-FFF2-40B4-BE49-F238E27FC236}">
                  <a16:creationId xmlns:a16="http://schemas.microsoft.com/office/drawing/2014/main" id="{01A13DA0-25F4-462E-A2F1-243C628D7089}"/>
                </a:ext>
              </a:extLst>
            </p:cNvPr>
            <p:cNvSpPr/>
            <p:nvPr/>
          </p:nvSpPr>
          <p:spPr>
            <a:xfrm>
              <a:off x="1057003" y="3858533"/>
              <a:ext cx="576000" cy="57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kumimoji="1" lang="ja-JP" altLang="en-US" sz="5400" dirty="0">
                <a:solidFill>
                  <a:srgbClr val="FF0000"/>
                </a:solidFill>
              </a:endParaRPr>
            </a:p>
          </p:txBody>
        </p:sp>
        <p:sp>
          <p:nvSpPr>
            <p:cNvPr id="74" name="楕円 73">
              <a:extLst>
                <a:ext uri="{FF2B5EF4-FFF2-40B4-BE49-F238E27FC236}">
                  <a16:creationId xmlns:a16="http://schemas.microsoft.com/office/drawing/2014/main" id="{01A13DA0-25F4-462E-A2F1-243C628D7089}"/>
                </a:ext>
              </a:extLst>
            </p:cNvPr>
            <p:cNvSpPr/>
            <p:nvPr/>
          </p:nvSpPr>
          <p:spPr>
            <a:xfrm>
              <a:off x="2788834" y="3858533"/>
              <a:ext cx="576000" cy="57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kumimoji="1" lang="ja-JP" altLang="en-US" sz="5400" dirty="0">
                <a:solidFill>
                  <a:srgbClr val="FF0000"/>
                </a:solidFill>
              </a:endParaRPr>
            </a:p>
          </p:txBody>
        </p:sp>
        <p:sp>
          <p:nvSpPr>
            <p:cNvPr id="79" name="楕円 78">
              <a:extLst>
                <a:ext uri="{FF2B5EF4-FFF2-40B4-BE49-F238E27FC236}">
                  <a16:creationId xmlns:a16="http://schemas.microsoft.com/office/drawing/2014/main" id="{01A13DA0-25F4-462E-A2F1-243C628D7089}"/>
                </a:ext>
              </a:extLst>
            </p:cNvPr>
            <p:cNvSpPr/>
            <p:nvPr/>
          </p:nvSpPr>
          <p:spPr>
            <a:xfrm>
              <a:off x="4225653" y="3858533"/>
              <a:ext cx="576000" cy="57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kumimoji="1" lang="ja-JP" altLang="en-US" sz="5400" dirty="0">
                <a:solidFill>
                  <a:srgbClr val="FF0000"/>
                </a:solidFill>
              </a:endParaRPr>
            </a:p>
          </p:txBody>
        </p:sp>
        <p:sp>
          <p:nvSpPr>
            <p:cNvPr id="80" name="楕円 79">
              <a:extLst>
                <a:ext uri="{FF2B5EF4-FFF2-40B4-BE49-F238E27FC236}">
                  <a16:creationId xmlns:a16="http://schemas.microsoft.com/office/drawing/2014/main" id="{01A13DA0-25F4-462E-A2F1-243C628D7089}"/>
                </a:ext>
              </a:extLst>
            </p:cNvPr>
            <p:cNvSpPr/>
            <p:nvPr/>
          </p:nvSpPr>
          <p:spPr>
            <a:xfrm>
              <a:off x="5371828" y="3858533"/>
              <a:ext cx="576000" cy="57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kumimoji="1" lang="ja-JP" altLang="en-US" sz="5400" dirty="0">
                <a:solidFill>
                  <a:srgbClr val="FF0000"/>
                </a:solidFill>
              </a:endParaRPr>
            </a:p>
          </p:txBody>
        </p:sp>
        <p:sp>
          <p:nvSpPr>
            <p:cNvPr id="81" name="楕円 80">
              <a:extLst>
                <a:ext uri="{FF2B5EF4-FFF2-40B4-BE49-F238E27FC236}">
                  <a16:creationId xmlns:a16="http://schemas.microsoft.com/office/drawing/2014/main" id="{01A13DA0-25F4-462E-A2F1-243C628D7089}"/>
                </a:ext>
              </a:extLst>
            </p:cNvPr>
            <p:cNvSpPr/>
            <p:nvPr/>
          </p:nvSpPr>
          <p:spPr>
            <a:xfrm>
              <a:off x="6525941" y="3858533"/>
              <a:ext cx="576000" cy="57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kumimoji="1" lang="ja-JP" altLang="en-US" sz="5400" dirty="0">
                <a:solidFill>
                  <a:srgbClr val="FF0000"/>
                </a:solidFill>
              </a:endParaRPr>
            </a:p>
          </p:txBody>
        </p:sp>
        <p:sp>
          <p:nvSpPr>
            <p:cNvPr id="82" name="正方形/長方形 81">
              <a:extLst>
                <a:ext uri="{FF2B5EF4-FFF2-40B4-BE49-F238E27FC236}">
                  <a16:creationId xmlns:a16="http://schemas.microsoft.com/office/drawing/2014/main" id="{58084917-12BA-4057-9A49-07F65A5C4244}"/>
                </a:ext>
              </a:extLst>
            </p:cNvPr>
            <p:cNvSpPr/>
            <p:nvPr/>
          </p:nvSpPr>
          <p:spPr>
            <a:xfrm>
              <a:off x="1922191" y="2419806"/>
              <a:ext cx="576000" cy="576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kumimoji="1" lang="ja-JP" altLang="en-US" sz="5400" dirty="0">
                <a:solidFill>
                  <a:srgbClr val="FF0000"/>
                </a:solidFill>
              </a:endParaRPr>
            </a:p>
          </p:txBody>
        </p:sp>
        <p:sp>
          <p:nvSpPr>
            <p:cNvPr id="83" name="正方形/長方形 82">
              <a:extLst>
                <a:ext uri="{FF2B5EF4-FFF2-40B4-BE49-F238E27FC236}">
                  <a16:creationId xmlns:a16="http://schemas.microsoft.com/office/drawing/2014/main" id="{58084917-12BA-4057-9A49-07F65A5C4244}"/>
                </a:ext>
              </a:extLst>
            </p:cNvPr>
            <p:cNvSpPr/>
            <p:nvPr/>
          </p:nvSpPr>
          <p:spPr>
            <a:xfrm>
              <a:off x="5371828" y="2419806"/>
              <a:ext cx="576000" cy="576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kumimoji="1" lang="ja-JP" altLang="en-US" sz="5400" dirty="0">
                <a:solidFill>
                  <a:srgbClr val="FF0000"/>
                </a:solidFill>
              </a:endParaRPr>
            </a:p>
          </p:txBody>
        </p:sp>
        <p:sp>
          <p:nvSpPr>
            <p:cNvPr id="84" name="正方形/長方形 83">
              <a:extLst>
                <a:ext uri="{FF2B5EF4-FFF2-40B4-BE49-F238E27FC236}">
                  <a16:creationId xmlns:a16="http://schemas.microsoft.com/office/drawing/2014/main" id="{58084917-12BA-4057-9A49-07F65A5C4244}"/>
                </a:ext>
              </a:extLst>
            </p:cNvPr>
            <p:cNvSpPr/>
            <p:nvPr/>
          </p:nvSpPr>
          <p:spPr>
            <a:xfrm>
              <a:off x="1638028" y="5301108"/>
              <a:ext cx="576000" cy="576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kumimoji="1" lang="ja-JP" altLang="en-US" sz="5400" dirty="0">
                <a:solidFill>
                  <a:srgbClr val="FF0000"/>
                </a:solidFill>
              </a:endParaRPr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58084917-12BA-4057-9A49-07F65A5C4244}"/>
                </a:ext>
              </a:extLst>
            </p:cNvPr>
            <p:cNvSpPr/>
            <p:nvPr/>
          </p:nvSpPr>
          <p:spPr>
            <a:xfrm>
              <a:off x="2786519" y="5297261"/>
              <a:ext cx="576000" cy="58369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kumimoji="1" lang="ja-JP" altLang="en-US" sz="5400" dirty="0">
                <a:solidFill>
                  <a:srgbClr val="FF0000"/>
                </a:solidFill>
              </a:endParaRPr>
            </a:p>
          </p:txBody>
        </p:sp>
        <p:sp>
          <p:nvSpPr>
            <p:cNvPr id="86" name="正方形/長方形 85">
              <a:extLst>
                <a:ext uri="{FF2B5EF4-FFF2-40B4-BE49-F238E27FC236}">
                  <a16:creationId xmlns:a16="http://schemas.microsoft.com/office/drawing/2014/main" id="{58084917-12BA-4057-9A49-07F65A5C4244}"/>
                </a:ext>
              </a:extLst>
            </p:cNvPr>
            <p:cNvSpPr/>
            <p:nvPr/>
          </p:nvSpPr>
          <p:spPr>
            <a:xfrm>
              <a:off x="3935010" y="5297261"/>
              <a:ext cx="576000" cy="58369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kumimoji="1" lang="ja-JP" altLang="en-US" sz="5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64" name="テキスト ボックス 63"/>
          <p:cNvSpPr txBox="1"/>
          <p:nvPr/>
        </p:nvSpPr>
        <p:spPr>
          <a:xfrm>
            <a:off x="1081014" y="3937308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400" dirty="0">
                <a:solidFill>
                  <a:srgbClr val="FF0000"/>
                </a:solidFill>
              </a:rPr>
              <a:t>5</a:t>
            </a:r>
            <a:r>
              <a:rPr kumimoji="1" lang="en-US" altLang="ja-JP" sz="2400" dirty="0">
                <a:solidFill>
                  <a:srgbClr val="FF0000"/>
                </a:solidFill>
              </a:rPr>
              <a:t>0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grpSp>
        <p:nvGrpSpPr>
          <p:cNvPr id="12" name="グループ化 11"/>
          <p:cNvGrpSpPr/>
          <p:nvPr/>
        </p:nvGrpSpPr>
        <p:grpSpPr>
          <a:xfrm>
            <a:off x="1652106" y="5378889"/>
            <a:ext cx="2839908" cy="461665"/>
            <a:chOff x="1652106" y="5378889"/>
            <a:chExt cx="2839908" cy="461665"/>
          </a:xfrm>
        </p:grpSpPr>
        <p:sp>
          <p:nvSpPr>
            <p:cNvPr id="65" name="テキスト ボックス 64"/>
            <p:cNvSpPr txBox="1"/>
            <p:nvPr/>
          </p:nvSpPr>
          <p:spPr>
            <a:xfrm>
              <a:off x="1652106" y="5378889"/>
              <a:ext cx="5277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400" dirty="0">
                  <a:solidFill>
                    <a:srgbClr val="FF0000"/>
                  </a:solidFill>
                </a:rPr>
                <a:t>40</a:t>
              </a:r>
              <a:endParaRPr kumimoji="1" lang="ja-JP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66" name="テキスト ボックス 65"/>
            <p:cNvSpPr txBox="1"/>
            <p:nvPr/>
          </p:nvSpPr>
          <p:spPr>
            <a:xfrm>
              <a:off x="2798154" y="5378889"/>
              <a:ext cx="5277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400" dirty="0">
                  <a:solidFill>
                    <a:srgbClr val="FF0000"/>
                  </a:solidFill>
                </a:rPr>
                <a:t>6</a:t>
              </a:r>
              <a:r>
                <a:rPr kumimoji="1" lang="en-US" altLang="ja-JP" sz="2400" dirty="0">
                  <a:solidFill>
                    <a:srgbClr val="FF0000"/>
                  </a:solidFill>
                </a:rPr>
                <a:t>0</a:t>
              </a:r>
              <a:endParaRPr kumimoji="1" lang="ja-JP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67" name="テキスト ボックス 66"/>
            <p:cNvSpPr txBox="1"/>
            <p:nvPr/>
          </p:nvSpPr>
          <p:spPr>
            <a:xfrm>
              <a:off x="3964305" y="5378889"/>
              <a:ext cx="5277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400" dirty="0">
                  <a:solidFill>
                    <a:srgbClr val="FF0000"/>
                  </a:solidFill>
                </a:rPr>
                <a:t>7</a:t>
              </a:r>
              <a:r>
                <a:rPr kumimoji="1" lang="en-US" altLang="ja-JP" sz="2400" dirty="0">
                  <a:solidFill>
                    <a:srgbClr val="FF0000"/>
                  </a:solidFill>
                </a:rPr>
                <a:t>0</a:t>
              </a:r>
              <a:endParaRPr kumimoji="1" lang="ja-JP" altLang="en-US" sz="24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グループ化 12"/>
          <p:cNvGrpSpPr/>
          <p:nvPr/>
        </p:nvGrpSpPr>
        <p:grpSpPr>
          <a:xfrm>
            <a:off x="4254005" y="3937308"/>
            <a:ext cx="2827253" cy="466899"/>
            <a:chOff x="4254005" y="3937308"/>
            <a:chExt cx="2827253" cy="466899"/>
          </a:xfrm>
        </p:grpSpPr>
        <p:sp>
          <p:nvSpPr>
            <p:cNvPr id="68" name="テキスト ボックス 67"/>
            <p:cNvSpPr txBox="1"/>
            <p:nvPr/>
          </p:nvSpPr>
          <p:spPr>
            <a:xfrm>
              <a:off x="4254005" y="3937308"/>
              <a:ext cx="5277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400" dirty="0">
                  <a:solidFill>
                    <a:srgbClr val="FF0000"/>
                  </a:solidFill>
                </a:rPr>
                <a:t>6</a:t>
              </a:r>
              <a:r>
                <a:rPr kumimoji="1" lang="en-US" altLang="ja-JP" sz="2400" dirty="0">
                  <a:solidFill>
                    <a:srgbClr val="FF0000"/>
                  </a:solidFill>
                </a:rPr>
                <a:t>0</a:t>
              </a:r>
              <a:endParaRPr kumimoji="1" lang="ja-JP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69" name="テキスト ボックス 68"/>
            <p:cNvSpPr txBox="1"/>
            <p:nvPr/>
          </p:nvSpPr>
          <p:spPr>
            <a:xfrm>
              <a:off x="5399281" y="3942541"/>
              <a:ext cx="5277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400" dirty="0">
                  <a:solidFill>
                    <a:srgbClr val="FF0000"/>
                  </a:solidFill>
                </a:rPr>
                <a:t>4</a:t>
              </a:r>
              <a:r>
                <a:rPr kumimoji="1" lang="en-US" altLang="ja-JP" sz="2400" dirty="0">
                  <a:solidFill>
                    <a:srgbClr val="FF0000"/>
                  </a:solidFill>
                </a:rPr>
                <a:t>0</a:t>
              </a:r>
              <a:endParaRPr kumimoji="1" lang="ja-JP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70" name="テキスト ボックス 69"/>
            <p:cNvSpPr txBox="1"/>
            <p:nvPr/>
          </p:nvSpPr>
          <p:spPr>
            <a:xfrm>
              <a:off x="6553549" y="3942542"/>
              <a:ext cx="5277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400" dirty="0">
                  <a:solidFill>
                    <a:srgbClr val="FF0000"/>
                  </a:solidFill>
                </a:rPr>
                <a:t>3</a:t>
              </a:r>
              <a:r>
                <a:rPr kumimoji="1" lang="en-US" altLang="ja-JP" sz="2400" dirty="0">
                  <a:solidFill>
                    <a:srgbClr val="FF0000"/>
                  </a:solidFill>
                </a:rPr>
                <a:t>0</a:t>
              </a:r>
              <a:endParaRPr kumimoji="1" lang="ja-JP" altLang="en-US" sz="24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1" name="グループ化 70"/>
          <p:cNvGrpSpPr/>
          <p:nvPr/>
        </p:nvGrpSpPr>
        <p:grpSpPr>
          <a:xfrm>
            <a:off x="2821402" y="3942268"/>
            <a:ext cx="1394572" cy="1159951"/>
            <a:chOff x="5087403" y="1770942"/>
            <a:chExt cx="1394572" cy="1159951"/>
          </a:xfrm>
        </p:grpSpPr>
        <p:cxnSp>
          <p:nvCxnSpPr>
            <p:cNvPr id="72" name="直線矢印コネクタ 71">
              <a:extLst>
                <a:ext uri="{FF2B5EF4-FFF2-40B4-BE49-F238E27FC236}">
                  <a16:creationId xmlns:a16="http://schemas.microsoft.com/office/drawing/2014/main" id="{3B4D31B6-3078-478A-8A1C-05439951DC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53585" y="2227648"/>
              <a:ext cx="570127" cy="70324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テキスト ボックス 72">
              <a:extLst>
                <a:ext uri="{FF2B5EF4-FFF2-40B4-BE49-F238E27FC236}">
                  <a16:creationId xmlns:a16="http://schemas.microsoft.com/office/drawing/2014/main" id="{0801520B-72C5-4D9D-B68D-D57C4AB4A787}"/>
                </a:ext>
              </a:extLst>
            </p:cNvPr>
            <p:cNvSpPr txBox="1"/>
            <p:nvPr/>
          </p:nvSpPr>
          <p:spPr>
            <a:xfrm>
              <a:off x="5710610" y="2070411"/>
              <a:ext cx="77136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>
                  <a:solidFill>
                    <a:srgbClr val="FF0000"/>
                  </a:solidFill>
                </a:rPr>
                <a:t>max</a:t>
              </a:r>
              <a:endParaRPr lang="ja-JP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75" name="テキスト ボックス 74"/>
            <p:cNvSpPr txBox="1"/>
            <p:nvPr/>
          </p:nvSpPr>
          <p:spPr>
            <a:xfrm>
              <a:off x="5087403" y="1770942"/>
              <a:ext cx="5277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>
                  <a:solidFill>
                    <a:srgbClr val="FF0000"/>
                  </a:solidFill>
                </a:rPr>
                <a:t>7</a:t>
              </a:r>
              <a:r>
                <a:rPr kumimoji="1" lang="en-US" altLang="ja-JP" sz="2400" dirty="0">
                  <a:solidFill>
                    <a:srgbClr val="FF0000"/>
                  </a:solidFill>
                </a:rPr>
                <a:t>0</a:t>
              </a:r>
              <a:endParaRPr kumimoji="1" lang="ja-JP" altLang="en-US" sz="24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6" name="グループ化 75"/>
          <p:cNvGrpSpPr/>
          <p:nvPr/>
        </p:nvGrpSpPr>
        <p:grpSpPr>
          <a:xfrm>
            <a:off x="1120421" y="2499022"/>
            <a:ext cx="1356395" cy="1276888"/>
            <a:chOff x="5801490" y="1835973"/>
            <a:chExt cx="1356395" cy="1276888"/>
          </a:xfrm>
        </p:grpSpPr>
        <p:cxnSp>
          <p:nvCxnSpPr>
            <p:cNvPr id="77" name="直線矢印コネクタ 76">
              <a:extLst>
                <a:ext uri="{FF2B5EF4-FFF2-40B4-BE49-F238E27FC236}">
                  <a16:creationId xmlns:a16="http://schemas.microsoft.com/office/drawing/2014/main" id="{3B4D31B6-3078-478A-8A1C-05439951DC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6135" y="2408872"/>
              <a:ext cx="434869" cy="70398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テキスト ボックス 77">
              <a:extLst>
                <a:ext uri="{FF2B5EF4-FFF2-40B4-BE49-F238E27FC236}">
                  <a16:creationId xmlns:a16="http://schemas.microsoft.com/office/drawing/2014/main" id="{0801520B-72C5-4D9D-B68D-D57C4AB4A787}"/>
                </a:ext>
              </a:extLst>
            </p:cNvPr>
            <p:cNvSpPr txBox="1"/>
            <p:nvPr/>
          </p:nvSpPr>
          <p:spPr>
            <a:xfrm>
              <a:off x="5801490" y="2293764"/>
              <a:ext cx="70724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>
                  <a:solidFill>
                    <a:srgbClr val="FF0000"/>
                  </a:solidFill>
                </a:rPr>
                <a:t>min</a:t>
              </a:r>
              <a:endParaRPr lang="ja-JP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96" name="テキスト ボックス 95"/>
            <p:cNvSpPr txBox="1"/>
            <p:nvPr/>
          </p:nvSpPr>
          <p:spPr>
            <a:xfrm>
              <a:off x="6630176" y="1835973"/>
              <a:ext cx="5277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>
                  <a:solidFill>
                    <a:srgbClr val="FF0000"/>
                  </a:solidFill>
                </a:rPr>
                <a:t>5</a:t>
              </a:r>
              <a:r>
                <a:rPr kumimoji="1" lang="en-US" altLang="ja-JP" sz="2400" dirty="0">
                  <a:solidFill>
                    <a:srgbClr val="FF0000"/>
                  </a:solidFill>
                </a:rPr>
                <a:t>0</a:t>
              </a:r>
              <a:endParaRPr kumimoji="1" lang="ja-JP" altLang="en-US" sz="24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97" name="グループ化 96"/>
          <p:cNvGrpSpPr/>
          <p:nvPr/>
        </p:nvGrpSpPr>
        <p:grpSpPr>
          <a:xfrm>
            <a:off x="5390416" y="2499021"/>
            <a:ext cx="1432206" cy="1271079"/>
            <a:chOff x="5062658" y="1770125"/>
            <a:chExt cx="1432206" cy="1271079"/>
          </a:xfrm>
        </p:grpSpPr>
        <p:cxnSp>
          <p:nvCxnSpPr>
            <p:cNvPr id="98" name="直線矢印コネクタ 97">
              <a:extLst>
                <a:ext uri="{FF2B5EF4-FFF2-40B4-BE49-F238E27FC236}">
                  <a16:creationId xmlns:a16="http://schemas.microsoft.com/office/drawing/2014/main" id="{3B4D31B6-3078-478A-8A1C-05439951DC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18869" y="2337959"/>
              <a:ext cx="570127" cy="70324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テキスト ボックス 98">
              <a:extLst>
                <a:ext uri="{FF2B5EF4-FFF2-40B4-BE49-F238E27FC236}">
                  <a16:creationId xmlns:a16="http://schemas.microsoft.com/office/drawing/2014/main" id="{0801520B-72C5-4D9D-B68D-D57C4AB4A787}"/>
                </a:ext>
              </a:extLst>
            </p:cNvPr>
            <p:cNvSpPr txBox="1"/>
            <p:nvPr/>
          </p:nvSpPr>
          <p:spPr>
            <a:xfrm>
              <a:off x="5787619" y="2177329"/>
              <a:ext cx="70724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>
                  <a:solidFill>
                    <a:srgbClr val="FF0000"/>
                  </a:solidFill>
                </a:rPr>
                <a:t>min</a:t>
              </a:r>
              <a:endParaRPr lang="ja-JP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00" name="テキスト ボックス 99"/>
            <p:cNvSpPr txBox="1"/>
            <p:nvPr/>
          </p:nvSpPr>
          <p:spPr>
            <a:xfrm>
              <a:off x="5062658" y="1770125"/>
              <a:ext cx="5277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>
                  <a:solidFill>
                    <a:srgbClr val="FF0000"/>
                  </a:solidFill>
                </a:rPr>
                <a:t>3</a:t>
              </a:r>
              <a:r>
                <a:rPr kumimoji="1" lang="en-US" altLang="ja-JP" sz="2400" dirty="0">
                  <a:solidFill>
                    <a:srgbClr val="FF0000"/>
                  </a:solidFill>
                </a:rPr>
                <a:t>0</a:t>
              </a:r>
              <a:endParaRPr kumimoji="1" lang="ja-JP" altLang="en-US" sz="24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01" name="グループ化 100"/>
          <p:cNvGrpSpPr/>
          <p:nvPr/>
        </p:nvGrpSpPr>
        <p:grpSpPr>
          <a:xfrm>
            <a:off x="2554498" y="1413702"/>
            <a:ext cx="1645858" cy="934211"/>
            <a:chOff x="6104585" y="2433645"/>
            <a:chExt cx="1645858" cy="934211"/>
          </a:xfrm>
        </p:grpSpPr>
        <p:cxnSp>
          <p:nvCxnSpPr>
            <p:cNvPr id="102" name="直線矢印コネクタ 101">
              <a:extLst>
                <a:ext uri="{FF2B5EF4-FFF2-40B4-BE49-F238E27FC236}">
                  <a16:creationId xmlns:a16="http://schemas.microsoft.com/office/drawing/2014/main" id="{3B4D31B6-3078-478A-8A1C-05439951DC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87172" y="2796108"/>
              <a:ext cx="896234" cy="5717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テキスト ボックス 102">
              <a:extLst>
                <a:ext uri="{FF2B5EF4-FFF2-40B4-BE49-F238E27FC236}">
                  <a16:creationId xmlns:a16="http://schemas.microsoft.com/office/drawing/2014/main" id="{0801520B-72C5-4D9D-B68D-D57C4AB4A787}"/>
                </a:ext>
              </a:extLst>
            </p:cNvPr>
            <p:cNvSpPr txBox="1"/>
            <p:nvPr/>
          </p:nvSpPr>
          <p:spPr>
            <a:xfrm>
              <a:off x="6104585" y="2634790"/>
              <a:ext cx="77136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>
                  <a:solidFill>
                    <a:srgbClr val="FF0000"/>
                  </a:solidFill>
                </a:rPr>
                <a:t>max</a:t>
              </a:r>
              <a:endParaRPr lang="ja-JP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04" name="テキスト ボックス 103"/>
            <p:cNvSpPr txBox="1"/>
            <p:nvPr/>
          </p:nvSpPr>
          <p:spPr>
            <a:xfrm>
              <a:off x="7222734" y="2433645"/>
              <a:ext cx="5277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>
                  <a:solidFill>
                    <a:srgbClr val="FF0000"/>
                  </a:solidFill>
                </a:rPr>
                <a:t>5</a:t>
              </a:r>
              <a:r>
                <a:rPr kumimoji="1" lang="en-US" altLang="ja-JP" sz="2400" dirty="0">
                  <a:solidFill>
                    <a:srgbClr val="FF0000"/>
                  </a:solidFill>
                </a:rPr>
                <a:t>0</a:t>
              </a:r>
              <a:endParaRPr kumimoji="1" lang="ja-JP" altLang="en-US" sz="24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10511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3C6728-4153-495A-9709-F46DD5C62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α-β</a:t>
            </a:r>
            <a:r>
              <a:rPr lang="ja-JP" altLang="en-US" dirty="0"/>
              <a:t>法</a:t>
            </a:r>
            <a:r>
              <a:rPr lang="ja-JP" altLang="en-US" sz="3200" dirty="0"/>
              <a:t>（</a:t>
            </a:r>
            <a:r>
              <a:rPr lang="en-US" altLang="ja-JP" sz="3200" dirty="0"/>
              <a:t>minimax</a:t>
            </a:r>
            <a:r>
              <a:rPr lang="ja-JP" altLang="en-US" sz="3200" dirty="0"/>
              <a:t>法における枝刈り手法）</a:t>
            </a:r>
            <a:endParaRPr kumimoji="1" lang="ja-JP" altLang="en-US" sz="3200" dirty="0"/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01A13DA0-25F4-462E-A2F1-243C628D7089}"/>
              </a:ext>
            </a:extLst>
          </p:cNvPr>
          <p:cNvSpPr/>
          <p:nvPr/>
        </p:nvSpPr>
        <p:spPr>
          <a:xfrm>
            <a:off x="7953103" y="1690690"/>
            <a:ext cx="576000" cy="576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92F5B5BF-2705-499E-919E-DAB482282B8A}"/>
              </a:ext>
            </a:extLst>
          </p:cNvPr>
          <p:cNvSpPr txBox="1"/>
          <p:nvPr/>
        </p:nvSpPr>
        <p:spPr>
          <a:xfrm>
            <a:off x="8529103" y="1794024"/>
            <a:ext cx="3055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A</a:t>
            </a:r>
            <a:r>
              <a:rPr lang="ja-JP" altLang="en-US" sz="2400" dirty="0"/>
              <a:t>の手番の状態</a:t>
            </a:r>
            <a:r>
              <a:rPr lang="en-US" altLang="ja-JP" sz="2400" dirty="0"/>
              <a:t>(max)</a:t>
            </a:r>
            <a:endParaRPr kumimoji="1" lang="ja-JP" altLang="en-US" sz="2400" dirty="0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58084917-12BA-4057-9A49-07F65A5C4244}"/>
              </a:ext>
            </a:extLst>
          </p:cNvPr>
          <p:cNvSpPr/>
          <p:nvPr/>
        </p:nvSpPr>
        <p:spPr>
          <a:xfrm>
            <a:off x="7953103" y="2411039"/>
            <a:ext cx="576000" cy="576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3569A62E-7B65-46BB-ADD7-D92BD2F273A7}"/>
              </a:ext>
            </a:extLst>
          </p:cNvPr>
          <p:cNvSpPr txBox="1"/>
          <p:nvPr/>
        </p:nvSpPr>
        <p:spPr>
          <a:xfrm>
            <a:off x="8529103" y="2514373"/>
            <a:ext cx="29995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B</a:t>
            </a:r>
            <a:r>
              <a:rPr lang="ja-JP" altLang="en-US" sz="2400" dirty="0"/>
              <a:t>の手番の状態</a:t>
            </a:r>
            <a:r>
              <a:rPr lang="en-US" altLang="ja-JP" sz="2400" dirty="0"/>
              <a:t>(min)</a:t>
            </a:r>
            <a:endParaRPr kumimoji="1" lang="ja-JP" altLang="en-US" sz="2400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0AE10B16-ABC6-4167-AA2A-452AC9226CDA}"/>
              </a:ext>
            </a:extLst>
          </p:cNvPr>
          <p:cNvSpPr txBox="1"/>
          <p:nvPr/>
        </p:nvSpPr>
        <p:spPr>
          <a:xfrm>
            <a:off x="8008272" y="3223721"/>
            <a:ext cx="36250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34988" algn="l"/>
              </a:tabLst>
            </a:pPr>
            <a:r>
              <a:rPr kumimoji="1" lang="en-US" altLang="ja-JP" sz="2400" dirty="0">
                <a:solidFill>
                  <a:srgbClr val="FF0000"/>
                </a:solidFill>
              </a:rPr>
              <a:t>50</a:t>
            </a:r>
            <a:r>
              <a:rPr kumimoji="1" lang="en-US" altLang="ja-JP" sz="2400" dirty="0"/>
              <a:t>	(A</a:t>
            </a:r>
            <a:r>
              <a:rPr kumimoji="1" lang="ja-JP" altLang="en-US" sz="2400" dirty="0"/>
              <a:t>にとっての</a:t>
            </a:r>
            <a:r>
              <a:rPr kumimoji="1" lang="en-US" altLang="ja-JP" sz="2400" dirty="0"/>
              <a:t>)</a:t>
            </a:r>
            <a:r>
              <a:rPr kumimoji="1" lang="ja-JP" altLang="en-US" sz="2400" dirty="0"/>
              <a:t>評価値</a:t>
            </a:r>
          </a:p>
        </p:txBody>
      </p:sp>
      <p:grpSp>
        <p:nvGrpSpPr>
          <p:cNvPr id="5" name="グループ化 4"/>
          <p:cNvGrpSpPr/>
          <p:nvPr/>
        </p:nvGrpSpPr>
        <p:grpSpPr>
          <a:xfrm>
            <a:off x="941688" y="1343029"/>
            <a:ext cx="6278349" cy="4825229"/>
            <a:chOff x="941688" y="1343029"/>
            <a:chExt cx="6278349" cy="4825229"/>
          </a:xfrm>
        </p:grpSpPr>
        <p:grpSp>
          <p:nvGrpSpPr>
            <p:cNvPr id="3" name="グループ化 2"/>
            <p:cNvGrpSpPr/>
            <p:nvPr/>
          </p:nvGrpSpPr>
          <p:grpSpPr>
            <a:xfrm>
              <a:off x="4113306" y="4155054"/>
              <a:ext cx="812193" cy="558958"/>
              <a:chOff x="4671803" y="3225817"/>
              <a:chExt cx="2301835" cy="1446841"/>
            </a:xfrm>
          </p:grpSpPr>
          <p:cxnSp>
            <p:nvCxnSpPr>
              <p:cNvPr id="29" name="直線コネクタ 28"/>
              <p:cNvCxnSpPr/>
              <p:nvPr/>
            </p:nvCxnSpPr>
            <p:spPr>
              <a:xfrm flipV="1">
                <a:off x="5814469" y="3225817"/>
                <a:ext cx="6481" cy="144257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線コネクタ 29"/>
              <p:cNvCxnSpPr/>
              <p:nvPr/>
            </p:nvCxnSpPr>
            <p:spPr>
              <a:xfrm flipV="1">
                <a:off x="4671803" y="3232185"/>
                <a:ext cx="1149148" cy="143506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コネクタ 30"/>
              <p:cNvCxnSpPr/>
              <p:nvPr/>
            </p:nvCxnSpPr>
            <p:spPr>
              <a:xfrm flipH="1" flipV="1">
                <a:off x="5824490" y="3237593"/>
                <a:ext cx="1149148" cy="143506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グループ化 32"/>
            <p:cNvGrpSpPr/>
            <p:nvPr/>
          </p:nvGrpSpPr>
          <p:grpSpPr>
            <a:xfrm>
              <a:off x="5253731" y="4154230"/>
              <a:ext cx="812193" cy="558958"/>
              <a:chOff x="4671803" y="3225817"/>
              <a:chExt cx="2301835" cy="1446841"/>
            </a:xfrm>
          </p:grpSpPr>
          <p:cxnSp>
            <p:nvCxnSpPr>
              <p:cNvPr id="34" name="直線コネクタ 33"/>
              <p:cNvCxnSpPr/>
              <p:nvPr/>
            </p:nvCxnSpPr>
            <p:spPr>
              <a:xfrm flipV="1">
                <a:off x="5814469" y="3225817"/>
                <a:ext cx="6481" cy="144257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線コネクタ 36"/>
              <p:cNvCxnSpPr/>
              <p:nvPr/>
            </p:nvCxnSpPr>
            <p:spPr>
              <a:xfrm flipV="1">
                <a:off x="4671803" y="3232185"/>
                <a:ext cx="1149148" cy="143506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線コネクタ 37"/>
              <p:cNvCxnSpPr/>
              <p:nvPr/>
            </p:nvCxnSpPr>
            <p:spPr>
              <a:xfrm flipH="1" flipV="1">
                <a:off x="5824490" y="3237593"/>
                <a:ext cx="1149148" cy="143506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グループ化 38"/>
            <p:cNvGrpSpPr/>
            <p:nvPr/>
          </p:nvGrpSpPr>
          <p:grpSpPr>
            <a:xfrm>
              <a:off x="6407844" y="4159603"/>
              <a:ext cx="812193" cy="558958"/>
              <a:chOff x="4671803" y="3225817"/>
              <a:chExt cx="2301835" cy="1446841"/>
            </a:xfrm>
          </p:grpSpPr>
          <p:cxnSp>
            <p:nvCxnSpPr>
              <p:cNvPr id="40" name="直線コネクタ 39"/>
              <p:cNvCxnSpPr/>
              <p:nvPr/>
            </p:nvCxnSpPr>
            <p:spPr>
              <a:xfrm flipV="1">
                <a:off x="5814469" y="3225817"/>
                <a:ext cx="6481" cy="144257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線コネクタ 40"/>
              <p:cNvCxnSpPr/>
              <p:nvPr/>
            </p:nvCxnSpPr>
            <p:spPr>
              <a:xfrm flipV="1">
                <a:off x="4671803" y="3232185"/>
                <a:ext cx="1149148" cy="143506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線コネクタ 41"/>
              <p:cNvCxnSpPr/>
              <p:nvPr/>
            </p:nvCxnSpPr>
            <p:spPr>
              <a:xfrm flipH="1" flipV="1">
                <a:off x="5824490" y="3237593"/>
                <a:ext cx="1149148" cy="143506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グループ化 42"/>
            <p:cNvGrpSpPr/>
            <p:nvPr/>
          </p:nvGrpSpPr>
          <p:grpSpPr>
            <a:xfrm>
              <a:off x="941688" y="4146533"/>
              <a:ext cx="812193" cy="558958"/>
              <a:chOff x="4671803" y="3225817"/>
              <a:chExt cx="2301835" cy="1446841"/>
            </a:xfrm>
          </p:grpSpPr>
          <p:cxnSp>
            <p:nvCxnSpPr>
              <p:cNvPr id="44" name="直線コネクタ 43"/>
              <p:cNvCxnSpPr/>
              <p:nvPr/>
            </p:nvCxnSpPr>
            <p:spPr>
              <a:xfrm flipV="1">
                <a:off x="5814469" y="3225817"/>
                <a:ext cx="6481" cy="144257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線コネクタ 47"/>
              <p:cNvCxnSpPr/>
              <p:nvPr/>
            </p:nvCxnSpPr>
            <p:spPr>
              <a:xfrm flipV="1">
                <a:off x="4671803" y="3232185"/>
                <a:ext cx="1149148" cy="143506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線コネクタ 48"/>
              <p:cNvCxnSpPr/>
              <p:nvPr/>
            </p:nvCxnSpPr>
            <p:spPr>
              <a:xfrm flipH="1" flipV="1">
                <a:off x="5824490" y="3237593"/>
                <a:ext cx="1149148" cy="143506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グループ化 49"/>
            <p:cNvGrpSpPr/>
            <p:nvPr/>
          </p:nvGrpSpPr>
          <p:grpSpPr>
            <a:xfrm>
              <a:off x="1516094" y="5604751"/>
              <a:ext cx="812193" cy="558958"/>
              <a:chOff x="4671803" y="3225817"/>
              <a:chExt cx="2301835" cy="1446841"/>
            </a:xfrm>
          </p:grpSpPr>
          <p:cxnSp>
            <p:nvCxnSpPr>
              <p:cNvPr id="51" name="直線コネクタ 50"/>
              <p:cNvCxnSpPr/>
              <p:nvPr/>
            </p:nvCxnSpPr>
            <p:spPr>
              <a:xfrm flipV="1">
                <a:off x="5814469" y="3225817"/>
                <a:ext cx="6481" cy="144257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線コネクタ 52"/>
              <p:cNvCxnSpPr/>
              <p:nvPr/>
            </p:nvCxnSpPr>
            <p:spPr>
              <a:xfrm flipV="1">
                <a:off x="4671803" y="3232185"/>
                <a:ext cx="1149148" cy="143506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線コネクタ 54"/>
              <p:cNvCxnSpPr/>
              <p:nvPr/>
            </p:nvCxnSpPr>
            <p:spPr>
              <a:xfrm flipH="1" flipV="1">
                <a:off x="5824490" y="3237593"/>
                <a:ext cx="1149148" cy="143506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グループ化 55"/>
            <p:cNvGrpSpPr/>
            <p:nvPr/>
          </p:nvGrpSpPr>
          <p:grpSpPr>
            <a:xfrm>
              <a:off x="2656519" y="5603927"/>
              <a:ext cx="812193" cy="558958"/>
              <a:chOff x="4671803" y="3225817"/>
              <a:chExt cx="2301835" cy="1446841"/>
            </a:xfrm>
          </p:grpSpPr>
          <p:cxnSp>
            <p:nvCxnSpPr>
              <p:cNvPr id="57" name="直線コネクタ 56"/>
              <p:cNvCxnSpPr/>
              <p:nvPr/>
            </p:nvCxnSpPr>
            <p:spPr>
              <a:xfrm flipV="1">
                <a:off x="5814469" y="3225817"/>
                <a:ext cx="6481" cy="144257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線コネクタ 57"/>
              <p:cNvCxnSpPr/>
              <p:nvPr/>
            </p:nvCxnSpPr>
            <p:spPr>
              <a:xfrm flipV="1">
                <a:off x="4671803" y="3232185"/>
                <a:ext cx="1149148" cy="143506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線コネクタ 58"/>
              <p:cNvCxnSpPr/>
              <p:nvPr/>
            </p:nvCxnSpPr>
            <p:spPr>
              <a:xfrm flipH="1" flipV="1">
                <a:off x="5824490" y="3237593"/>
                <a:ext cx="1149148" cy="143506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" name="グループ化 59"/>
            <p:cNvGrpSpPr/>
            <p:nvPr/>
          </p:nvGrpSpPr>
          <p:grpSpPr>
            <a:xfrm>
              <a:off x="3810632" y="5609300"/>
              <a:ext cx="812193" cy="558958"/>
              <a:chOff x="4671803" y="3225817"/>
              <a:chExt cx="2301835" cy="1446841"/>
            </a:xfrm>
          </p:grpSpPr>
          <p:cxnSp>
            <p:nvCxnSpPr>
              <p:cNvPr id="61" name="直線コネクタ 60"/>
              <p:cNvCxnSpPr/>
              <p:nvPr/>
            </p:nvCxnSpPr>
            <p:spPr>
              <a:xfrm flipV="1">
                <a:off x="5814469" y="3225817"/>
                <a:ext cx="6481" cy="144257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線コネクタ 61"/>
              <p:cNvCxnSpPr/>
              <p:nvPr/>
            </p:nvCxnSpPr>
            <p:spPr>
              <a:xfrm flipV="1">
                <a:off x="4671803" y="3232185"/>
                <a:ext cx="1149148" cy="143506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線コネクタ 62"/>
              <p:cNvCxnSpPr/>
              <p:nvPr/>
            </p:nvCxnSpPr>
            <p:spPr>
              <a:xfrm flipH="1" flipV="1">
                <a:off x="5824490" y="3237593"/>
                <a:ext cx="1149148" cy="143506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直線コネクタ 14"/>
            <p:cNvCxnSpPr/>
            <p:nvPr/>
          </p:nvCxnSpPr>
          <p:spPr>
            <a:xfrm flipV="1">
              <a:off x="1333500" y="2705100"/>
              <a:ext cx="880528" cy="14478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コネクタ 86"/>
            <p:cNvCxnSpPr/>
            <p:nvPr/>
          </p:nvCxnSpPr>
          <p:spPr>
            <a:xfrm flipH="1" flipV="1">
              <a:off x="2203178" y="2705100"/>
              <a:ext cx="880528" cy="14478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コネクタ 87"/>
            <p:cNvCxnSpPr/>
            <p:nvPr/>
          </p:nvCxnSpPr>
          <p:spPr>
            <a:xfrm flipV="1">
              <a:off x="3068366" y="4146533"/>
              <a:ext cx="6481" cy="14425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線コネクタ 88"/>
            <p:cNvCxnSpPr/>
            <p:nvPr/>
          </p:nvCxnSpPr>
          <p:spPr>
            <a:xfrm flipV="1">
              <a:off x="1925700" y="4152901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線コネクタ 89"/>
            <p:cNvCxnSpPr/>
            <p:nvPr/>
          </p:nvCxnSpPr>
          <p:spPr>
            <a:xfrm flipH="1" flipV="1">
              <a:off x="3078387" y="4158309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コネクタ 90"/>
            <p:cNvCxnSpPr/>
            <p:nvPr/>
          </p:nvCxnSpPr>
          <p:spPr>
            <a:xfrm flipV="1">
              <a:off x="5662069" y="2711467"/>
              <a:ext cx="6481" cy="14425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線コネクタ 91"/>
            <p:cNvCxnSpPr/>
            <p:nvPr/>
          </p:nvCxnSpPr>
          <p:spPr>
            <a:xfrm flipV="1">
              <a:off x="4519403" y="2717835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コネクタ 92"/>
            <p:cNvCxnSpPr/>
            <p:nvPr/>
          </p:nvCxnSpPr>
          <p:spPr>
            <a:xfrm flipH="1" flipV="1">
              <a:off x="5672090" y="2723243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グループ化 3"/>
            <p:cNvGrpSpPr/>
            <p:nvPr/>
          </p:nvGrpSpPr>
          <p:grpSpPr>
            <a:xfrm>
              <a:off x="2210469" y="1622424"/>
              <a:ext cx="3468513" cy="1121963"/>
              <a:chOff x="2210469" y="1273181"/>
              <a:chExt cx="3468513" cy="1471207"/>
            </a:xfrm>
          </p:grpSpPr>
          <p:cxnSp>
            <p:nvCxnSpPr>
              <p:cNvPr id="94" name="直線コネクタ 93"/>
              <p:cNvCxnSpPr/>
              <p:nvPr/>
            </p:nvCxnSpPr>
            <p:spPr>
              <a:xfrm flipV="1">
                <a:off x="2210469" y="1273181"/>
                <a:ext cx="1744250" cy="146127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線コネクタ 94"/>
              <p:cNvCxnSpPr/>
              <p:nvPr/>
            </p:nvCxnSpPr>
            <p:spPr>
              <a:xfrm flipH="1" flipV="1">
                <a:off x="3934732" y="1283116"/>
                <a:ext cx="1744250" cy="146127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楕円 51">
              <a:extLst>
                <a:ext uri="{FF2B5EF4-FFF2-40B4-BE49-F238E27FC236}">
                  <a16:creationId xmlns:a16="http://schemas.microsoft.com/office/drawing/2014/main" id="{01A13DA0-25F4-462E-A2F1-243C628D7089}"/>
                </a:ext>
              </a:extLst>
            </p:cNvPr>
            <p:cNvSpPr/>
            <p:nvPr/>
          </p:nvSpPr>
          <p:spPr>
            <a:xfrm>
              <a:off x="3647010" y="1343029"/>
              <a:ext cx="576000" cy="57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kumimoji="1" lang="ja-JP" altLang="en-US" sz="5400" dirty="0">
                <a:solidFill>
                  <a:srgbClr val="FF0000"/>
                </a:solidFill>
              </a:endParaRPr>
            </a:p>
          </p:txBody>
        </p:sp>
        <p:sp>
          <p:nvSpPr>
            <p:cNvPr id="54" name="楕円 53">
              <a:extLst>
                <a:ext uri="{FF2B5EF4-FFF2-40B4-BE49-F238E27FC236}">
                  <a16:creationId xmlns:a16="http://schemas.microsoft.com/office/drawing/2014/main" id="{01A13DA0-25F4-462E-A2F1-243C628D7089}"/>
                </a:ext>
              </a:extLst>
            </p:cNvPr>
            <p:cNvSpPr/>
            <p:nvPr/>
          </p:nvSpPr>
          <p:spPr>
            <a:xfrm>
              <a:off x="1057003" y="3858533"/>
              <a:ext cx="576000" cy="57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kumimoji="1" lang="ja-JP" altLang="en-US" sz="5400" dirty="0">
                <a:solidFill>
                  <a:srgbClr val="FF0000"/>
                </a:solidFill>
              </a:endParaRPr>
            </a:p>
          </p:txBody>
        </p:sp>
        <p:sp>
          <p:nvSpPr>
            <p:cNvPr id="74" name="楕円 73">
              <a:extLst>
                <a:ext uri="{FF2B5EF4-FFF2-40B4-BE49-F238E27FC236}">
                  <a16:creationId xmlns:a16="http://schemas.microsoft.com/office/drawing/2014/main" id="{01A13DA0-25F4-462E-A2F1-243C628D7089}"/>
                </a:ext>
              </a:extLst>
            </p:cNvPr>
            <p:cNvSpPr/>
            <p:nvPr/>
          </p:nvSpPr>
          <p:spPr>
            <a:xfrm>
              <a:off x="2788834" y="3858533"/>
              <a:ext cx="576000" cy="57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kumimoji="1" lang="ja-JP" altLang="en-US" sz="5400" dirty="0">
                <a:solidFill>
                  <a:srgbClr val="FF0000"/>
                </a:solidFill>
              </a:endParaRPr>
            </a:p>
          </p:txBody>
        </p:sp>
        <p:sp>
          <p:nvSpPr>
            <p:cNvPr id="79" name="楕円 78">
              <a:extLst>
                <a:ext uri="{FF2B5EF4-FFF2-40B4-BE49-F238E27FC236}">
                  <a16:creationId xmlns:a16="http://schemas.microsoft.com/office/drawing/2014/main" id="{01A13DA0-25F4-462E-A2F1-243C628D7089}"/>
                </a:ext>
              </a:extLst>
            </p:cNvPr>
            <p:cNvSpPr/>
            <p:nvPr/>
          </p:nvSpPr>
          <p:spPr>
            <a:xfrm>
              <a:off x="4225653" y="3858533"/>
              <a:ext cx="576000" cy="57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kumimoji="1" lang="ja-JP" altLang="en-US" sz="5400" dirty="0">
                <a:solidFill>
                  <a:srgbClr val="FF0000"/>
                </a:solidFill>
              </a:endParaRPr>
            </a:p>
          </p:txBody>
        </p:sp>
        <p:sp>
          <p:nvSpPr>
            <p:cNvPr id="80" name="楕円 79">
              <a:extLst>
                <a:ext uri="{FF2B5EF4-FFF2-40B4-BE49-F238E27FC236}">
                  <a16:creationId xmlns:a16="http://schemas.microsoft.com/office/drawing/2014/main" id="{01A13DA0-25F4-462E-A2F1-243C628D7089}"/>
                </a:ext>
              </a:extLst>
            </p:cNvPr>
            <p:cNvSpPr/>
            <p:nvPr/>
          </p:nvSpPr>
          <p:spPr>
            <a:xfrm>
              <a:off x="5371828" y="3858533"/>
              <a:ext cx="576000" cy="57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kumimoji="1" lang="ja-JP" altLang="en-US" sz="5400" dirty="0">
                <a:solidFill>
                  <a:srgbClr val="FF0000"/>
                </a:solidFill>
              </a:endParaRPr>
            </a:p>
          </p:txBody>
        </p:sp>
        <p:sp>
          <p:nvSpPr>
            <p:cNvPr id="81" name="楕円 80">
              <a:extLst>
                <a:ext uri="{FF2B5EF4-FFF2-40B4-BE49-F238E27FC236}">
                  <a16:creationId xmlns:a16="http://schemas.microsoft.com/office/drawing/2014/main" id="{01A13DA0-25F4-462E-A2F1-243C628D7089}"/>
                </a:ext>
              </a:extLst>
            </p:cNvPr>
            <p:cNvSpPr/>
            <p:nvPr/>
          </p:nvSpPr>
          <p:spPr>
            <a:xfrm>
              <a:off x="6525941" y="3858533"/>
              <a:ext cx="576000" cy="57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kumimoji="1" lang="ja-JP" altLang="en-US" sz="5400" dirty="0">
                <a:solidFill>
                  <a:srgbClr val="FF0000"/>
                </a:solidFill>
              </a:endParaRPr>
            </a:p>
          </p:txBody>
        </p:sp>
        <p:sp>
          <p:nvSpPr>
            <p:cNvPr id="82" name="正方形/長方形 81">
              <a:extLst>
                <a:ext uri="{FF2B5EF4-FFF2-40B4-BE49-F238E27FC236}">
                  <a16:creationId xmlns:a16="http://schemas.microsoft.com/office/drawing/2014/main" id="{58084917-12BA-4057-9A49-07F65A5C4244}"/>
                </a:ext>
              </a:extLst>
            </p:cNvPr>
            <p:cNvSpPr/>
            <p:nvPr/>
          </p:nvSpPr>
          <p:spPr>
            <a:xfrm>
              <a:off x="1922191" y="2419806"/>
              <a:ext cx="576000" cy="576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kumimoji="1" lang="ja-JP" altLang="en-US" sz="5400" dirty="0">
                <a:solidFill>
                  <a:srgbClr val="FF0000"/>
                </a:solidFill>
              </a:endParaRPr>
            </a:p>
          </p:txBody>
        </p:sp>
        <p:sp>
          <p:nvSpPr>
            <p:cNvPr id="83" name="正方形/長方形 82">
              <a:extLst>
                <a:ext uri="{FF2B5EF4-FFF2-40B4-BE49-F238E27FC236}">
                  <a16:creationId xmlns:a16="http://schemas.microsoft.com/office/drawing/2014/main" id="{58084917-12BA-4057-9A49-07F65A5C4244}"/>
                </a:ext>
              </a:extLst>
            </p:cNvPr>
            <p:cNvSpPr/>
            <p:nvPr/>
          </p:nvSpPr>
          <p:spPr>
            <a:xfrm>
              <a:off x="5371828" y="2419806"/>
              <a:ext cx="576000" cy="576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kumimoji="1" lang="ja-JP" altLang="en-US" sz="5400" dirty="0">
                <a:solidFill>
                  <a:srgbClr val="FF0000"/>
                </a:solidFill>
              </a:endParaRPr>
            </a:p>
          </p:txBody>
        </p:sp>
        <p:sp>
          <p:nvSpPr>
            <p:cNvPr id="84" name="正方形/長方形 83">
              <a:extLst>
                <a:ext uri="{FF2B5EF4-FFF2-40B4-BE49-F238E27FC236}">
                  <a16:creationId xmlns:a16="http://schemas.microsoft.com/office/drawing/2014/main" id="{58084917-12BA-4057-9A49-07F65A5C4244}"/>
                </a:ext>
              </a:extLst>
            </p:cNvPr>
            <p:cNvSpPr/>
            <p:nvPr/>
          </p:nvSpPr>
          <p:spPr>
            <a:xfrm>
              <a:off x="1638028" y="5301108"/>
              <a:ext cx="576000" cy="576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kumimoji="1" lang="ja-JP" altLang="en-US" sz="5400" dirty="0">
                <a:solidFill>
                  <a:srgbClr val="FF0000"/>
                </a:solidFill>
              </a:endParaRPr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58084917-12BA-4057-9A49-07F65A5C4244}"/>
                </a:ext>
              </a:extLst>
            </p:cNvPr>
            <p:cNvSpPr/>
            <p:nvPr/>
          </p:nvSpPr>
          <p:spPr>
            <a:xfrm>
              <a:off x="2786519" y="5297261"/>
              <a:ext cx="576000" cy="58369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kumimoji="1" lang="ja-JP" altLang="en-US" sz="5400" dirty="0">
                <a:solidFill>
                  <a:srgbClr val="FF0000"/>
                </a:solidFill>
              </a:endParaRPr>
            </a:p>
          </p:txBody>
        </p:sp>
        <p:sp>
          <p:nvSpPr>
            <p:cNvPr id="86" name="正方形/長方形 85">
              <a:extLst>
                <a:ext uri="{FF2B5EF4-FFF2-40B4-BE49-F238E27FC236}">
                  <a16:creationId xmlns:a16="http://schemas.microsoft.com/office/drawing/2014/main" id="{58084917-12BA-4057-9A49-07F65A5C4244}"/>
                </a:ext>
              </a:extLst>
            </p:cNvPr>
            <p:cNvSpPr/>
            <p:nvPr/>
          </p:nvSpPr>
          <p:spPr>
            <a:xfrm>
              <a:off x="3935010" y="5297261"/>
              <a:ext cx="576000" cy="58369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kumimoji="1" lang="ja-JP" altLang="en-US" sz="5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64" name="テキスト ボックス 63"/>
          <p:cNvSpPr txBox="1"/>
          <p:nvPr/>
        </p:nvSpPr>
        <p:spPr>
          <a:xfrm>
            <a:off x="1081014" y="3937308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400" dirty="0">
                <a:solidFill>
                  <a:srgbClr val="FF0000"/>
                </a:solidFill>
              </a:rPr>
              <a:t>5</a:t>
            </a:r>
            <a:r>
              <a:rPr kumimoji="1" lang="en-US" altLang="ja-JP" sz="2400" dirty="0">
                <a:solidFill>
                  <a:srgbClr val="FF0000"/>
                </a:solidFill>
              </a:rPr>
              <a:t>0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65" name="テキスト ボックス 64"/>
          <p:cNvSpPr txBox="1"/>
          <p:nvPr/>
        </p:nvSpPr>
        <p:spPr>
          <a:xfrm>
            <a:off x="1652106" y="5378889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>
                <a:solidFill>
                  <a:srgbClr val="FF0000"/>
                </a:solidFill>
              </a:rPr>
              <a:t>40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grpSp>
        <p:nvGrpSpPr>
          <p:cNvPr id="6" name="グループ化 5"/>
          <p:cNvGrpSpPr/>
          <p:nvPr/>
        </p:nvGrpSpPr>
        <p:grpSpPr>
          <a:xfrm>
            <a:off x="1455066" y="2377367"/>
            <a:ext cx="1102986" cy="1398543"/>
            <a:chOff x="1455066" y="2377367"/>
            <a:chExt cx="1102986" cy="1398543"/>
          </a:xfrm>
        </p:grpSpPr>
        <p:sp>
          <p:nvSpPr>
            <p:cNvPr id="96" name="テキスト ボックス 95"/>
            <p:cNvSpPr txBox="1"/>
            <p:nvPr/>
          </p:nvSpPr>
          <p:spPr>
            <a:xfrm>
              <a:off x="1818747" y="2377367"/>
              <a:ext cx="73930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spc="-250" dirty="0">
                  <a:solidFill>
                    <a:srgbClr val="FF0000"/>
                  </a:solidFill>
                </a:rPr>
                <a:t>≦</a:t>
              </a:r>
              <a:r>
                <a:rPr lang="en-US" altLang="ja-JP" sz="2400" spc="-250" dirty="0">
                  <a:solidFill>
                    <a:srgbClr val="FF0000"/>
                  </a:solidFill>
                </a:rPr>
                <a:t>5</a:t>
              </a:r>
              <a:r>
                <a:rPr kumimoji="1" lang="en-US" altLang="ja-JP" sz="2400" spc="-250" dirty="0">
                  <a:solidFill>
                    <a:srgbClr val="FF0000"/>
                  </a:solidFill>
                </a:rPr>
                <a:t>0</a:t>
              </a:r>
              <a:endParaRPr kumimoji="1" lang="ja-JP" altLang="en-US" sz="2400" spc="-250" dirty="0">
                <a:solidFill>
                  <a:srgbClr val="FF0000"/>
                </a:solidFill>
              </a:endParaRPr>
            </a:p>
          </p:txBody>
        </p:sp>
        <p:cxnSp>
          <p:nvCxnSpPr>
            <p:cNvPr id="105" name="直線矢印コネクタ 104">
              <a:extLst>
                <a:ext uri="{FF2B5EF4-FFF2-40B4-BE49-F238E27FC236}">
                  <a16:creationId xmlns:a16="http://schemas.microsoft.com/office/drawing/2014/main" id="{3B4D31B6-3078-478A-8A1C-05439951DC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5066" y="3071921"/>
              <a:ext cx="434869" cy="70398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グループ化 7"/>
          <p:cNvGrpSpPr/>
          <p:nvPr/>
        </p:nvGrpSpPr>
        <p:grpSpPr>
          <a:xfrm>
            <a:off x="2159209" y="3942268"/>
            <a:ext cx="1268148" cy="1186910"/>
            <a:chOff x="2159209" y="3942268"/>
            <a:chExt cx="1268148" cy="1186910"/>
          </a:xfrm>
        </p:grpSpPr>
        <p:sp>
          <p:nvSpPr>
            <p:cNvPr id="75" name="テキスト ボックス 74"/>
            <p:cNvSpPr txBox="1"/>
            <p:nvPr/>
          </p:nvSpPr>
          <p:spPr>
            <a:xfrm>
              <a:off x="2688052" y="3942268"/>
              <a:ext cx="73930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spc="-250" dirty="0">
                  <a:solidFill>
                    <a:srgbClr val="FF0000"/>
                  </a:solidFill>
                </a:rPr>
                <a:t>≧</a:t>
              </a:r>
              <a:r>
                <a:rPr kumimoji="1" lang="en-US" altLang="ja-JP" sz="2400" spc="-250" dirty="0">
                  <a:solidFill>
                    <a:srgbClr val="FF0000"/>
                  </a:solidFill>
                </a:rPr>
                <a:t>40</a:t>
              </a:r>
              <a:endParaRPr kumimoji="1" lang="ja-JP" altLang="en-US" sz="2400" spc="-250" dirty="0">
                <a:solidFill>
                  <a:srgbClr val="FF0000"/>
                </a:solidFill>
              </a:endParaRPr>
            </a:p>
          </p:txBody>
        </p:sp>
        <p:cxnSp>
          <p:nvCxnSpPr>
            <p:cNvPr id="106" name="直線矢印コネクタ 105">
              <a:extLst>
                <a:ext uri="{FF2B5EF4-FFF2-40B4-BE49-F238E27FC236}">
                  <a16:creationId xmlns:a16="http://schemas.microsoft.com/office/drawing/2014/main" id="{3B4D31B6-3078-478A-8A1C-05439951DC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9209" y="4439267"/>
              <a:ext cx="555524" cy="68991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グループ化 107"/>
          <p:cNvGrpSpPr/>
          <p:nvPr/>
        </p:nvGrpSpPr>
        <p:grpSpPr>
          <a:xfrm>
            <a:off x="1815671" y="2658560"/>
            <a:ext cx="1125173" cy="1106720"/>
            <a:chOff x="413318" y="2697165"/>
            <a:chExt cx="1125173" cy="1106720"/>
          </a:xfrm>
        </p:grpSpPr>
        <p:sp>
          <p:nvSpPr>
            <p:cNvPr id="109" name="テキスト ボックス 108"/>
            <p:cNvSpPr txBox="1"/>
            <p:nvPr/>
          </p:nvSpPr>
          <p:spPr>
            <a:xfrm>
              <a:off x="413318" y="2697165"/>
              <a:ext cx="73930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spc="-250" dirty="0">
                  <a:solidFill>
                    <a:srgbClr val="FF0000"/>
                  </a:solidFill>
                </a:rPr>
                <a:t>≧</a:t>
              </a:r>
              <a:r>
                <a:rPr lang="en-US" altLang="ja-JP" sz="2400" spc="-250" dirty="0">
                  <a:solidFill>
                    <a:srgbClr val="FF0000"/>
                  </a:solidFill>
                </a:rPr>
                <a:t>4</a:t>
              </a:r>
              <a:r>
                <a:rPr kumimoji="1" lang="en-US" altLang="ja-JP" sz="2400" spc="-250" dirty="0">
                  <a:solidFill>
                    <a:srgbClr val="FF0000"/>
                  </a:solidFill>
                </a:rPr>
                <a:t>0</a:t>
              </a:r>
              <a:endParaRPr kumimoji="1" lang="ja-JP" altLang="en-US" sz="2400" spc="-250" dirty="0">
                <a:solidFill>
                  <a:srgbClr val="FF0000"/>
                </a:solidFill>
              </a:endParaRPr>
            </a:p>
          </p:txBody>
        </p:sp>
        <p:cxnSp>
          <p:nvCxnSpPr>
            <p:cNvPr id="110" name="直線矢印コネクタ 109">
              <a:extLst>
                <a:ext uri="{FF2B5EF4-FFF2-40B4-BE49-F238E27FC236}">
                  <a16:creationId xmlns:a16="http://schemas.microsoft.com/office/drawing/2014/main" id="{3B4D31B6-3078-478A-8A1C-05439951DC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24919" y="3123490"/>
              <a:ext cx="413572" cy="68039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48570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3C6728-4153-495A-9709-F46DD5C62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α-β</a:t>
            </a:r>
            <a:r>
              <a:rPr lang="ja-JP" altLang="en-US" dirty="0"/>
              <a:t>法</a:t>
            </a:r>
            <a:r>
              <a:rPr lang="ja-JP" altLang="en-US" sz="3200" dirty="0"/>
              <a:t>（</a:t>
            </a:r>
            <a:r>
              <a:rPr lang="en-US" altLang="ja-JP" sz="3200" dirty="0"/>
              <a:t>minimax</a:t>
            </a:r>
            <a:r>
              <a:rPr lang="ja-JP" altLang="en-US" sz="3200" dirty="0"/>
              <a:t>法における枝刈り手法）</a:t>
            </a:r>
            <a:endParaRPr kumimoji="1" lang="ja-JP" altLang="en-US" sz="3200" dirty="0"/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01A13DA0-25F4-462E-A2F1-243C628D7089}"/>
              </a:ext>
            </a:extLst>
          </p:cNvPr>
          <p:cNvSpPr/>
          <p:nvPr/>
        </p:nvSpPr>
        <p:spPr>
          <a:xfrm>
            <a:off x="7953103" y="1690690"/>
            <a:ext cx="576000" cy="576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92F5B5BF-2705-499E-919E-DAB482282B8A}"/>
              </a:ext>
            </a:extLst>
          </p:cNvPr>
          <p:cNvSpPr txBox="1"/>
          <p:nvPr/>
        </p:nvSpPr>
        <p:spPr>
          <a:xfrm>
            <a:off x="8529103" y="1794024"/>
            <a:ext cx="3055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A</a:t>
            </a:r>
            <a:r>
              <a:rPr lang="ja-JP" altLang="en-US" sz="2400" dirty="0"/>
              <a:t>の手番の状態</a:t>
            </a:r>
            <a:r>
              <a:rPr lang="en-US" altLang="ja-JP" sz="2400" dirty="0"/>
              <a:t>(max)</a:t>
            </a:r>
            <a:endParaRPr kumimoji="1" lang="ja-JP" altLang="en-US" sz="2400" dirty="0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58084917-12BA-4057-9A49-07F65A5C4244}"/>
              </a:ext>
            </a:extLst>
          </p:cNvPr>
          <p:cNvSpPr/>
          <p:nvPr/>
        </p:nvSpPr>
        <p:spPr>
          <a:xfrm>
            <a:off x="7953103" y="2411039"/>
            <a:ext cx="576000" cy="576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3569A62E-7B65-46BB-ADD7-D92BD2F273A7}"/>
              </a:ext>
            </a:extLst>
          </p:cNvPr>
          <p:cNvSpPr txBox="1"/>
          <p:nvPr/>
        </p:nvSpPr>
        <p:spPr>
          <a:xfrm>
            <a:off x="8529103" y="2514373"/>
            <a:ext cx="29995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B</a:t>
            </a:r>
            <a:r>
              <a:rPr lang="ja-JP" altLang="en-US" sz="2400" dirty="0"/>
              <a:t>の手番の状態</a:t>
            </a:r>
            <a:r>
              <a:rPr lang="en-US" altLang="ja-JP" sz="2400" dirty="0"/>
              <a:t>(min)</a:t>
            </a:r>
            <a:endParaRPr kumimoji="1" lang="ja-JP" altLang="en-US" sz="2400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0AE10B16-ABC6-4167-AA2A-452AC9226CDA}"/>
              </a:ext>
            </a:extLst>
          </p:cNvPr>
          <p:cNvSpPr txBox="1"/>
          <p:nvPr/>
        </p:nvSpPr>
        <p:spPr>
          <a:xfrm>
            <a:off x="8008272" y="3223721"/>
            <a:ext cx="36250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34988" algn="l"/>
              </a:tabLst>
            </a:pPr>
            <a:r>
              <a:rPr kumimoji="1" lang="en-US" altLang="ja-JP" sz="2400" dirty="0">
                <a:solidFill>
                  <a:srgbClr val="FF0000"/>
                </a:solidFill>
              </a:rPr>
              <a:t>50</a:t>
            </a:r>
            <a:r>
              <a:rPr kumimoji="1" lang="en-US" altLang="ja-JP" sz="2400" dirty="0"/>
              <a:t>	(A</a:t>
            </a:r>
            <a:r>
              <a:rPr kumimoji="1" lang="ja-JP" altLang="en-US" sz="2400" dirty="0"/>
              <a:t>にとっての</a:t>
            </a:r>
            <a:r>
              <a:rPr kumimoji="1" lang="en-US" altLang="ja-JP" sz="2400" dirty="0"/>
              <a:t>)</a:t>
            </a:r>
            <a:r>
              <a:rPr kumimoji="1" lang="ja-JP" altLang="en-US" sz="2400" dirty="0"/>
              <a:t>評価値</a:t>
            </a:r>
          </a:p>
        </p:txBody>
      </p:sp>
      <p:grpSp>
        <p:nvGrpSpPr>
          <p:cNvPr id="3" name="グループ化 2"/>
          <p:cNvGrpSpPr/>
          <p:nvPr/>
        </p:nvGrpSpPr>
        <p:grpSpPr>
          <a:xfrm>
            <a:off x="4113306" y="4155054"/>
            <a:ext cx="812193" cy="558958"/>
            <a:chOff x="4671803" y="3225817"/>
            <a:chExt cx="2301835" cy="1446841"/>
          </a:xfrm>
        </p:grpSpPr>
        <p:cxnSp>
          <p:nvCxnSpPr>
            <p:cNvPr id="29" name="直線コネクタ 28"/>
            <p:cNvCxnSpPr/>
            <p:nvPr/>
          </p:nvCxnSpPr>
          <p:spPr>
            <a:xfrm flipV="1">
              <a:off x="5814469" y="3225817"/>
              <a:ext cx="6481" cy="14425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コネクタ 29"/>
            <p:cNvCxnSpPr/>
            <p:nvPr/>
          </p:nvCxnSpPr>
          <p:spPr>
            <a:xfrm flipV="1">
              <a:off x="4671803" y="3232185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コネクタ 30"/>
            <p:cNvCxnSpPr/>
            <p:nvPr/>
          </p:nvCxnSpPr>
          <p:spPr>
            <a:xfrm flipH="1" flipV="1">
              <a:off x="5824490" y="3237593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グループ化 32"/>
          <p:cNvGrpSpPr/>
          <p:nvPr/>
        </p:nvGrpSpPr>
        <p:grpSpPr>
          <a:xfrm>
            <a:off x="5253731" y="4154230"/>
            <a:ext cx="812193" cy="558958"/>
            <a:chOff x="4671803" y="3225817"/>
            <a:chExt cx="2301835" cy="1446841"/>
          </a:xfrm>
        </p:grpSpPr>
        <p:cxnSp>
          <p:nvCxnSpPr>
            <p:cNvPr id="34" name="直線コネクタ 33"/>
            <p:cNvCxnSpPr/>
            <p:nvPr/>
          </p:nvCxnSpPr>
          <p:spPr>
            <a:xfrm flipV="1">
              <a:off x="5814469" y="3225817"/>
              <a:ext cx="6481" cy="14425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コネクタ 36"/>
            <p:cNvCxnSpPr/>
            <p:nvPr/>
          </p:nvCxnSpPr>
          <p:spPr>
            <a:xfrm flipV="1">
              <a:off x="4671803" y="3232185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コネクタ 37"/>
            <p:cNvCxnSpPr/>
            <p:nvPr/>
          </p:nvCxnSpPr>
          <p:spPr>
            <a:xfrm flipH="1" flipV="1">
              <a:off x="5824490" y="3237593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グループ化 38"/>
          <p:cNvGrpSpPr/>
          <p:nvPr/>
        </p:nvGrpSpPr>
        <p:grpSpPr>
          <a:xfrm>
            <a:off x="6407844" y="4159603"/>
            <a:ext cx="812193" cy="558958"/>
            <a:chOff x="4671803" y="3225817"/>
            <a:chExt cx="2301835" cy="1446841"/>
          </a:xfrm>
        </p:grpSpPr>
        <p:cxnSp>
          <p:nvCxnSpPr>
            <p:cNvPr id="40" name="直線コネクタ 39"/>
            <p:cNvCxnSpPr/>
            <p:nvPr/>
          </p:nvCxnSpPr>
          <p:spPr>
            <a:xfrm flipV="1">
              <a:off x="5814469" y="3225817"/>
              <a:ext cx="6481" cy="14425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コネクタ 40"/>
            <p:cNvCxnSpPr/>
            <p:nvPr/>
          </p:nvCxnSpPr>
          <p:spPr>
            <a:xfrm flipV="1">
              <a:off x="4671803" y="3232185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コネクタ 41"/>
            <p:cNvCxnSpPr/>
            <p:nvPr/>
          </p:nvCxnSpPr>
          <p:spPr>
            <a:xfrm flipH="1" flipV="1">
              <a:off x="5824490" y="3237593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グループ化 42"/>
          <p:cNvGrpSpPr/>
          <p:nvPr/>
        </p:nvGrpSpPr>
        <p:grpSpPr>
          <a:xfrm>
            <a:off x="941688" y="4146533"/>
            <a:ext cx="812193" cy="558958"/>
            <a:chOff x="4671803" y="3225817"/>
            <a:chExt cx="2301835" cy="1446841"/>
          </a:xfrm>
        </p:grpSpPr>
        <p:cxnSp>
          <p:nvCxnSpPr>
            <p:cNvPr id="44" name="直線コネクタ 43"/>
            <p:cNvCxnSpPr/>
            <p:nvPr/>
          </p:nvCxnSpPr>
          <p:spPr>
            <a:xfrm flipV="1">
              <a:off x="5814469" y="3225817"/>
              <a:ext cx="6481" cy="14425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コネクタ 47"/>
            <p:cNvCxnSpPr/>
            <p:nvPr/>
          </p:nvCxnSpPr>
          <p:spPr>
            <a:xfrm flipV="1">
              <a:off x="4671803" y="3232185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コネクタ 48"/>
            <p:cNvCxnSpPr/>
            <p:nvPr/>
          </p:nvCxnSpPr>
          <p:spPr>
            <a:xfrm flipH="1" flipV="1">
              <a:off x="5824490" y="3237593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グループ化 49"/>
          <p:cNvGrpSpPr/>
          <p:nvPr/>
        </p:nvGrpSpPr>
        <p:grpSpPr>
          <a:xfrm>
            <a:off x="1516094" y="5604751"/>
            <a:ext cx="812193" cy="558958"/>
            <a:chOff x="4671803" y="3225817"/>
            <a:chExt cx="2301835" cy="1446841"/>
          </a:xfrm>
        </p:grpSpPr>
        <p:cxnSp>
          <p:nvCxnSpPr>
            <p:cNvPr id="51" name="直線コネクタ 50"/>
            <p:cNvCxnSpPr/>
            <p:nvPr/>
          </p:nvCxnSpPr>
          <p:spPr>
            <a:xfrm flipV="1">
              <a:off x="5814469" y="3225817"/>
              <a:ext cx="6481" cy="14425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コネクタ 52"/>
            <p:cNvCxnSpPr/>
            <p:nvPr/>
          </p:nvCxnSpPr>
          <p:spPr>
            <a:xfrm flipV="1">
              <a:off x="4671803" y="3232185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コネクタ 54"/>
            <p:cNvCxnSpPr/>
            <p:nvPr/>
          </p:nvCxnSpPr>
          <p:spPr>
            <a:xfrm flipH="1" flipV="1">
              <a:off x="5824490" y="3237593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グループ化 55"/>
          <p:cNvGrpSpPr/>
          <p:nvPr/>
        </p:nvGrpSpPr>
        <p:grpSpPr>
          <a:xfrm>
            <a:off x="2656519" y="5603927"/>
            <a:ext cx="812193" cy="558958"/>
            <a:chOff x="4671803" y="3225817"/>
            <a:chExt cx="2301835" cy="1446841"/>
          </a:xfrm>
        </p:grpSpPr>
        <p:cxnSp>
          <p:nvCxnSpPr>
            <p:cNvPr id="57" name="直線コネクタ 56"/>
            <p:cNvCxnSpPr/>
            <p:nvPr/>
          </p:nvCxnSpPr>
          <p:spPr>
            <a:xfrm flipV="1">
              <a:off x="5814469" y="3225817"/>
              <a:ext cx="6481" cy="14425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コネクタ 57"/>
            <p:cNvCxnSpPr/>
            <p:nvPr/>
          </p:nvCxnSpPr>
          <p:spPr>
            <a:xfrm flipV="1">
              <a:off x="4671803" y="3232185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コネクタ 58"/>
            <p:cNvCxnSpPr/>
            <p:nvPr/>
          </p:nvCxnSpPr>
          <p:spPr>
            <a:xfrm flipH="1" flipV="1">
              <a:off x="5824490" y="3237593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グループ化 59"/>
          <p:cNvGrpSpPr/>
          <p:nvPr/>
        </p:nvGrpSpPr>
        <p:grpSpPr>
          <a:xfrm>
            <a:off x="3810632" y="5609300"/>
            <a:ext cx="812193" cy="558958"/>
            <a:chOff x="4671803" y="3225817"/>
            <a:chExt cx="2301835" cy="1446841"/>
          </a:xfrm>
        </p:grpSpPr>
        <p:cxnSp>
          <p:nvCxnSpPr>
            <p:cNvPr id="61" name="直線コネクタ 60"/>
            <p:cNvCxnSpPr/>
            <p:nvPr/>
          </p:nvCxnSpPr>
          <p:spPr>
            <a:xfrm flipV="1">
              <a:off x="5814469" y="3225817"/>
              <a:ext cx="6481" cy="14425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コネクタ 61"/>
            <p:cNvCxnSpPr/>
            <p:nvPr/>
          </p:nvCxnSpPr>
          <p:spPr>
            <a:xfrm flipV="1">
              <a:off x="4671803" y="3232185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コネクタ 62"/>
            <p:cNvCxnSpPr/>
            <p:nvPr/>
          </p:nvCxnSpPr>
          <p:spPr>
            <a:xfrm flipH="1" flipV="1">
              <a:off x="5824490" y="3237593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線コネクタ 14"/>
          <p:cNvCxnSpPr/>
          <p:nvPr/>
        </p:nvCxnSpPr>
        <p:spPr>
          <a:xfrm flipV="1">
            <a:off x="1333500" y="2705100"/>
            <a:ext cx="880528" cy="1447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コネクタ 86"/>
          <p:cNvCxnSpPr/>
          <p:nvPr/>
        </p:nvCxnSpPr>
        <p:spPr>
          <a:xfrm flipH="1" flipV="1">
            <a:off x="2203178" y="2705100"/>
            <a:ext cx="880528" cy="1447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/>
          <p:cNvCxnSpPr/>
          <p:nvPr/>
        </p:nvCxnSpPr>
        <p:spPr>
          <a:xfrm flipV="1">
            <a:off x="3068366" y="4146533"/>
            <a:ext cx="6481" cy="14425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コネクタ 88"/>
          <p:cNvCxnSpPr/>
          <p:nvPr/>
        </p:nvCxnSpPr>
        <p:spPr>
          <a:xfrm flipV="1">
            <a:off x="1925700" y="4152901"/>
            <a:ext cx="1149148" cy="14350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コネクタ 89"/>
          <p:cNvCxnSpPr/>
          <p:nvPr/>
        </p:nvCxnSpPr>
        <p:spPr>
          <a:xfrm flipH="1" flipV="1">
            <a:off x="3078387" y="4158309"/>
            <a:ext cx="1149148" cy="14350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コネクタ 90"/>
          <p:cNvCxnSpPr/>
          <p:nvPr/>
        </p:nvCxnSpPr>
        <p:spPr>
          <a:xfrm flipV="1">
            <a:off x="5662069" y="2711467"/>
            <a:ext cx="6481" cy="14425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/>
          <p:cNvCxnSpPr/>
          <p:nvPr/>
        </p:nvCxnSpPr>
        <p:spPr>
          <a:xfrm flipV="1">
            <a:off x="4519403" y="2717835"/>
            <a:ext cx="1149148" cy="14350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コネクタ 92"/>
          <p:cNvCxnSpPr/>
          <p:nvPr/>
        </p:nvCxnSpPr>
        <p:spPr>
          <a:xfrm flipH="1" flipV="1">
            <a:off x="5672090" y="2723243"/>
            <a:ext cx="1149148" cy="14350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グループ化 3"/>
          <p:cNvGrpSpPr/>
          <p:nvPr/>
        </p:nvGrpSpPr>
        <p:grpSpPr>
          <a:xfrm>
            <a:off x="2210469" y="1622424"/>
            <a:ext cx="3468513" cy="1121963"/>
            <a:chOff x="2210469" y="1273181"/>
            <a:chExt cx="3468513" cy="1471207"/>
          </a:xfrm>
        </p:grpSpPr>
        <p:cxnSp>
          <p:nvCxnSpPr>
            <p:cNvPr id="94" name="直線コネクタ 93"/>
            <p:cNvCxnSpPr/>
            <p:nvPr/>
          </p:nvCxnSpPr>
          <p:spPr>
            <a:xfrm flipV="1">
              <a:off x="2210469" y="1273181"/>
              <a:ext cx="1744250" cy="14612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コネクタ 94"/>
            <p:cNvCxnSpPr/>
            <p:nvPr/>
          </p:nvCxnSpPr>
          <p:spPr>
            <a:xfrm flipH="1" flipV="1">
              <a:off x="3934732" y="1283116"/>
              <a:ext cx="1744250" cy="14612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楕円 51">
            <a:extLst>
              <a:ext uri="{FF2B5EF4-FFF2-40B4-BE49-F238E27FC236}">
                <a16:creationId xmlns:a16="http://schemas.microsoft.com/office/drawing/2014/main" id="{01A13DA0-25F4-462E-A2F1-243C628D7089}"/>
              </a:ext>
            </a:extLst>
          </p:cNvPr>
          <p:cNvSpPr/>
          <p:nvPr/>
        </p:nvSpPr>
        <p:spPr>
          <a:xfrm>
            <a:off x="3647010" y="1343029"/>
            <a:ext cx="576000" cy="576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01A13DA0-25F4-462E-A2F1-243C628D7089}"/>
              </a:ext>
            </a:extLst>
          </p:cNvPr>
          <p:cNvSpPr/>
          <p:nvPr/>
        </p:nvSpPr>
        <p:spPr>
          <a:xfrm>
            <a:off x="1057003" y="3858533"/>
            <a:ext cx="576000" cy="576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74" name="楕円 73">
            <a:extLst>
              <a:ext uri="{FF2B5EF4-FFF2-40B4-BE49-F238E27FC236}">
                <a16:creationId xmlns:a16="http://schemas.microsoft.com/office/drawing/2014/main" id="{01A13DA0-25F4-462E-A2F1-243C628D7089}"/>
              </a:ext>
            </a:extLst>
          </p:cNvPr>
          <p:cNvSpPr/>
          <p:nvPr/>
        </p:nvSpPr>
        <p:spPr>
          <a:xfrm>
            <a:off x="2788834" y="3858533"/>
            <a:ext cx="576000" cy="576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79" name="楕円 78">
            <a:extLst>
              <a:ext uri="{FF2B5EF4-FFF2-40B4-BE49-F238E27FC236}">
                <a16:creationId xmlns:a16="http://schemas.microsoft.com/office/drawing/2014/main" id="{01A13DA0-25F4-462E-A2F1-243C628D7089}"/>
              </a:ext>
            </a:extLst>
          </p:cNvPr>
          <p:cNvSpPr/>
          <p:nvPr/>
        </p:nvSpPr>
        <p:spPr>
          <a:xfrm>
            <a:off x="4225653" y="3858533"/>
            <a:ext cx="576000" cy="576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80" name="楕円 79">
            <a:extLst>
              <a:ext uri="{FF2B5EF4-FFF2-40B4-BE49-F238E27FC236}">
                <a16:creationId xmlns:a16="http://schemas.microsoft.com/office/drawing/2014/main" id="{01A13DA0-25F4-462E-A2F1-243C628D7089}"/>
              </a:ext>
            </a:extLst>
          </p:cNvPr>
          <p:cNvSpPr/>
          <p:nvPr/>
        </p:nvSpPr>
        <p:spPr>
          <a:xfrm>
            <a:off x="5371828" y="3858533"/>
            <a:ext cx="576000" cy="576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81" name="楕円 80">
            <a:extLst>
              <a:ext uri="{FF2B5EF4-FFF2-40B4-BE49-F238E27FC236}">
                <a16:creationId xmlns:a16="http://schemas.microsoft.com/office/drawing/2014/main" id="{01A13DA0-25F4-462E-A2F1-243C628D7089}"/>
              </a:ext>
            </a:extLst>
          </p:cNvPr>
          <p:cNvSpPr/>
          <p:nvPr/>
        </p:nvSpPr>
        <p:spPr>
          <a:xfrm>
            <a:off x="6525941" y="3858533"/>
            <a:ext cx="576000" cy="576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58084917-12BA-4057-9A49-07F65A5C4244}"/>
              </a:ext>
            </a:extLst>
          </p:cNvPr>
          <p:cNvSpPr/>
          <p:nvPr/>
        </p:nvSpPr>
        <p:spPr>
          <a:xfrm>
            <a:off x="5371828" y="2419806"/>
            <a:ext cx="576000" cy="576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58084917-12BA-4057-9A49-07F65A5C4244}"/>
              </a:ext>
            </a:extLst>
          </p:cNvPr>
          <p:cNvSpPr/>
          <p:nvPr/>
        </p:nvSpPr>
        <p:spPr>
          <a:xfrm>
            <a:off x="1638028" y="5301108"/>
            <a:ext cx="576000" cy="576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58084917-12BA-4057-9A49-07F65A5C4244}"/>
              </a:ext>
            </a:extLst>
          </p:cNvPr>
          <p:cNvSpPr/>
          <p:nvPr/>
        </p:nvSpPr>
        <p:spPr>
          <a:xfrm>
            <a:off x="2786519" y="5297261"/>
            <a:ext cx="576000" cy="58369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58084917-12BA-4057-9A49-07F65A5C4244}"/>
              </a:ext>
            </a:extLst>
          </p:cNvPr>
          <p:cNvSpPr/>
          <p:nvPr/>
        </p:nvSpPr>
        <p:spPr>
          <a:xfrm>
            <a:off x="3935010" y="5297261"/>
            <a:ext cx="576000" cy="58369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64" name="テキスト ボックス 63"/>
          <p:cNvSpPr txBox="1"/>
          <p:nvPr/>
        </p:nvSpPr>
        <p:spPr>
          <a:xfrm>
            <a:off x="1081014" y="3937308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400" dirty="0">
                <a:solidFill>
                  <a:srgbClr val="FF0000"/>
                </a:solidFill>
              </a:rPr>
              <a:t>5</a:t>
            </a:r>
            <a:r>
              <a:rPr kumimoji="1" lang="en-US" altLang="ja-JP" sz="2400" dirty="0">
                <a:solidFill>
                  <a:srgbClr val="FF0000"/>
                </a:solidFill>
              </a:rPr>
              <a:t>0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65" name="テキスト ボックス 64"/>
          <p:cNvSpPr txBox="1"/>
          <p:nvPr/>
        </p:nvSpPr>
        <p:spPr>
          <a:xfrm>
            <a:off x="1652106" y="5378889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>
                <a:solidFill>
                  <a:srgbClr val="FF0000"/>
                </a:solidFill>
              </a:rPr>
              <a:t>40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66" name="テキスト ボックス 65"/>
          <p:cNvSpPr txBox="1"/>
          <p:nvPr/>
        </p:nvSpPr>
        <p:spPr>
          <a:xfrm>
            <a:off x="2798154" y="5378889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400" dirty="0">
                <a:solidFill>
                  <a:srgbClr val="FF0000"/>
                </a:solidFill>
              </a:rPr>
              <a:t>6</a:t>
            </a:r>
            <a:r>
              <a:rPr kumimoji="1" lang="en-US" altLang="ja-JP" sz="2400" dirty="0">
                <a:solidFill>
                  <a:srgbClr val="FF0000"/>
                </a:solidFill>
              </a:rPr>
              <a:t>0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grpSp>
        <p:nvGrpSpPr>
          <p:cNvPr id="27" name="グループ化 26"/>
          <p:cNvGrpSpPr/>
          <p:nvPr/>
        </p:nvGrpSpPr>
        <p:grpSpPr>
          <a:xfrm>
            <a:off x="3265976" y="2768250"/>
            <a:ext cx="2706606" cy="3577870"/>
            <a:chOff x="3265976" y="2768250"/>
            <a:chExt cx="2706606" cy="3577870"/>
          </a:xfrm>
        </p:grpSpPr>
        <p:sp>
          <p:nvSpPr>
            <p:cNvPr id="14" name="フリーフォーム 13"/>
            <p:cNvSpPr/>
            <p:nvPr/>
          </p:nvSpPr>
          <p:spPr>
            <a:xfrm>
              <a:off x="3425405" y="4758621"/>
              <a:ext cx="1720568" cy="1587499"/>
            </a:xfrm>
            <a:custGeom>
              <a:avLst/>
              <a:gdLst>
                <a:gd name="connsiteX0" fmla="*/ 134772 w 1411308"/>
                <a:gd name="connsiteY0" fmla="*/ 1186512 h 1362087"/>
                <a:gd name="connsiteX1" fmla="*/ 125247 w 1411308"/>
                <a:gd name="connsiteY1" fmla="*/ 357837 h 1362087"/>
                <a:gd name="connsiteX2" fmla="*/ 944397 w 1411308"/>
                <a:gd name="connsiteY2" fmla="*/ 43512 h 1362087"/>
                <a:gd name="connsiteX3" fmla="*/ 1382547 w 1411308"/>
                <a:gd name="connsiteY3" fmla="*/ 1262712 h 1362087"/>
                <a:gd name="connsiteX4" fmla="*/ 134772 w 1411308"/>
                <a:gd name="connsiteY4" fmla="*/ 1186512 h 1362087"/>
                <a:gd name="connsiteX0" fmla="*/ 174417 w 1361184"/>
                <a:gd name="connsiteY0" fmla="*/ 1283355 h 1407855"/>
                <a:gd name="connsiteX1" fmla="*/ 79167 w 1361184"/>
                <a:gd name="connsiteY1" fmla="*/ 359430 h 1407855"/>
                <a:gd name="connsiteX2" fmla="*/ 898317 w 1361184"/>
                <a:gd name="connsiteY2" fmla="*/ 45105 h 1407855"/>
                <a:gd name="connsiteX3" fmla="*/ 1336467 w 1361184"/>
                <a:gd name="connsiteY3" fmla="*/ 1264305 h 1407855"/>
                <a:gd name="connsiteX4" fmla="*/ 174417 w 1361184"/>
                <a:gd name="connsiteY4" fmla="*/ 1283355 h 1407855"/>
                <a:gd name="connsiteX0" fmla="*/ 142472 w 1329239"/>
                <a:gd name="connsiteY0" fmla="*/ 1283355 h 1422164"/>
                <a:gd name="connsiteX1" fmla="*/ 47222 w 1329239"/>
                <a:gd name="connsiteY1" fmla="*/ 359430 h 1422164"/>
                <a:gd name="connsiteX2" fmla="*/ 866372 w 1329239"/>
                <a:gd name="connsiteY2" fmla="*/ 45105 h 1422164"/>
                <a:gd name="connsiteX3" fmla="*/ 1304522 w 1329239"/>
                <a:gd name="connsiteY3" fmla="*/ 1264305 h 1422164"/>
                <a:gd name="connsiteX4" fmla="*/ 142472 w 1329239"/>
                <a:gd name="connsiteY4" fmla="*/ 1283355 h 1422164"/>
                <a:gd name="connsiteX0" fmla="*/ 174416 w 1361183"/>
                <a:gd name="connsiteY0" fmla="*/ 1283355 h 1388017"/>
                <a:gd name="connsiteX1" fmla="*/ 79166 w 1361183"/>
                <a:gd name="connsiteY1" fmla="*/ 359430 h 1388017"/>
                <a:gd name="connsiteX2" fmla="*/ 898316 w 1361183"/>
                <a:gd name="connsiteY2" fmla="*/ 45105 h 1388017"/>
                <a:gd name="connsiteX3" fmla="*/ 1336466 w 1361183"/>
                <a:gd name="connsiteY3" fmla="*/ 1264305 h 1388017"/>
                <a:gd name="connsiteX4" fmla="*/ 174416 w 1361183"/>
                <a:gd name="connsiteY4" fmla="*/ 1283355 h 1388017"/>
                <a:gd name="connsiteX0" fmla="*/ 131897 w 1318664"/>
                <a:gd name="connsiteY0" fmla="*/ 1283355 h 1360854"/>
                <a:gd name="connsiteX1" fmla="*/ 36647 w 1318664"/>
                <a:gd name="connsiteY1" fmla="*/ 359430 h 1360854"/>
                <a:gd name="connsiteX2" fmla="*/ 855797 w 1318664"/>
                <a:gd name="connsiteY2" fmla="*/ 45105 h 1360854"/>
                <a:gd name="connsiteX3" fmla="*/ 1293947 w 1318664"/>
                <a:gd name="connsiteY3" fmla="*/ 1264305 h 1360854"/>
                <a:gd name="connsiteX4" fmla="*/ 131897 w 1318664"/>
                <a:gd name="connsiteY4" fmla="*/ 1283355 h 1360854"/>
                <a:gd name="connsiteX0" fmla="*/ 131897 w 1294049"/>
                <a:gd name="connsiteY0" fmla="*/ 1283355 h 1283357"/>
                <a:gd name="connsiteX1" fmla="*/ 36647 w 1294049"/>
                <a:gd name="connsiteY1" fmla="*/ 359430 h 1283357"/>
                <a:gd name="connsiteX2" fmla="*/ 855797 w 1294049"/>
                <a:gd name="connsiteY2" fmla="*/ 45105 h 1283357"/>
                <a:gd name="connsiteX3" fmla="*/ 1293947 w 1294049"/>
                <a:gd name="connsiteY3" fmla="*/ 1264305 h 1283357"/>
                <a:gd name="connsiteX4" fmla="*/ 131897 w 1294049"/>
                <a:gd name="connsiteY4" fmla="*/ 1283355 h 1283357"/>
                <a:gd name="connsiteX0" fmla="*/ 182530 w 1497089"/>
                <a:gd name="connsiteY0" fmla="*/ 1283355 h 1350051"/>
                <a:gd name="connsiteX1" fmla="*/ 87280 w 1497089"/>
                <a:gd name="connsiteY1" fmla="*/ 359430 h 1350051"/>
                <a:gd name="connsiteX2" fmla="*/ 906430 w 1497089"/>
                <a:gd name="connsiteY2" fmla="*/ 45105 h 1350051"/>
                <a:gd name="connsiteX3" fmla="*/ 1496980 w 1497089"/>
                <a:gd name="connsiteY3" fmla="*/ 1273830 h 1350051"/>
                <a:gd name="connsiteX4" fmla="*/ 182530 w 1497089"/>
                <a:gd name="connsiteY4" fmla="*/ 1283355 h 1350051"/>
                <a:gd name="connsiteX0" fmla="*/ 132619 w 1447160"/>
                <a:gd name="connsiteY0" fmla="*/ 1283355 h 1286780"/>
                <a:gd name="connsiteX1" fmla="*/ 37369 w 1447160"/>
                <a:gd name="connsiteY1" fmla="*/ 359430 h 1286780"/>
                <a:gd name="connsiteX2" fmla="*/ 856519 w 1447160"/>
                <a:gd name="connsiteY2" fmla="*/ 45105 h 1286780"/>
                <a:gd name="connsiteX3" fmla="*/ 1447069 w 1447160"/>
                <a:gd name="connsiteY3" fmla="*/ 1273830 h 1286780"/>
                <a:gd name="connsiteX4" fmla="*/ 132619 w 1447160"/>
                <a:gd name="connsiteY4" fmla="*/ 1283355 h 1286780"/>
                <a:gd name="connsiteX0" fmla="*/ 176542 w 1491101"/>
                <a:gd name="connsiteY0" fmla="*/ 1271961 h 1328783"/>
                <a:gd name="connsiteX1" fmla="*/ 90817 w 1491101"/>
                <a:gd name="connsiteY1" fmla="*/ 481386 h 1328783"/>
                <a:gd name="connsiteX2" fmla="*/ 900442 w 1491101"/>
                <a:gd name="connsiteY2" fmla="*/ 33711 h 1328783"/>
                <a:gd name="connsiteX3" fmla="*/ 1490992 w 1491101"/>
                <a:gd name="connsiteY3" fmla="*/ 1262436 h 1328783"/>
                <a:gd name="connsiteX4" fmla="*/ 176542 w 1491101"/>
                <a:gd name="connsiteY4" fmla="*/ 1271961 h 1328783"/>
                <a:gd name="connsiteX0" fmla="*/ 178470 w 1513583"/>
                <a:gd name="connsiteY0" fmla="*/ 1182817 h 1298800"/>
                <a:gd name="connsiteX1" fmla="*/ 92745 w 1513583"/>
                <a:gd name="connsiteY1" fmla="*/ 392242 h 1298800"/>
                <a:gd name="connsiteX2" fmla="*/ 930945 w 1513583"/>
                <a:gd name="connsiteY2" fmla="*/ 39817 h 1298800"/>
                <a:gd name="connsiteX3" fmla="*/ 1492920 w 1513583"/>
                <a:gd name="connsiteY3" fmla="*/ 1173292 h 1298800"/>
                <a:gd name="connsiteX4" fmla="*/ 178470 w 1513583"/>
                <a:gd name="connsiteY4" fmla="*/ 1182817 h 1298800"/>
                <a:gd name="connsiteX0" fmla="*/ 190668 w 1525781"/>
                <a:gd name="connsiteY0" fmla="*/ 1318575 h 1461072"/>
                <a:gd name="connsiteX1" fmla="*/ 85893 w 1525781"/>
                <a:gd name="connsiteY1" fmla="*/ 99375 h 1461072"/>
                <a:gd name="connsiteX2" fmla="*/ 943143 w 1525781"/>
                <a:gd name="connsiteY2" fmla="*/ 175575 h 1461072"/>
                <a:gd name="connsiteX3" fmla="*/ 1505118 w 1525781"/>
                <a:gd name="connsiteY3" fmla="*/ 1309050 h 1461072"/>
                <a:gd name="connsiteX4" fmla="*/ 190668 w 1525781"/>
                <a:gd name="connsiteY4" fmla="*/ 1318575 h 1461072"/>
                <a:gd name="connsiteX0" fmla="*/ 182078 w 1509052"/>
                <a:gd name="connsiteY0" fmla="*/ 1373465 h 1522916"/>
                <a:gd name="connsiteX1" fmla="*/ 77303 w 1509052"/>
                <a:gd name="connsiteY1" fmla="*/ 154265 h 1522916"/>
                <a:gd name="connsiteX2" fmla="*/ 810728 w 1509052"/>
                <a:gd name="connsiteY2" fmla="*/ 116165 h 1522916"/>
                <a:gd name="connsiteX3" fmla="*/ 1496528 w 1509052"/>
                <a:gd name="connsiteY3" fmla="*/ 1363940 h 1522916"/>
                <a:gd name="connsiteX4" fmla="*/ 182078 w 1509052"/>
                <a:gd name="connsiteY4" fmla="*/ 1373465 h 1522916"/>
                <a:gd name="connsiteX0" fmla="*/ 172975 w 1494225"/>
                <a:gd name="connsiteY0" fmla="*/ 1368029 h 1516894"/>
                <a:gd name="connsiteX1" fmla="*/ 68200 w 1494225"/>
                <a:gd name="connsiteY1" fmla="*/ 148829 h 1516894"/>
                <a:gd name="connsiteX2" fmla="*/ 668275 w 1494225"/>
                <a:gd name="connsiteY2" fmla="*/ 120254 h 1516894"/>
                <a:gd name="connsiteX3" fmla="*/ 1487425 w 1494225"/>
                <a:gd name="connsiteY3" fmla="*/ 1358504 h 1516894"/>
                <a:gd name="connsiteX4" fmla="*/ 172975 w 1494225"/>
                <a:gd name="connsiteY4" fmla="*/ 1368029 h 1516894"/>
                <a:gd name="connsiteX0" fmla="*/ 190003 w 1524366"/>
                <a:gd name="connsiteY0" fmla="*/ 1352674 h 1499786"/>
                <a:gd name="connsiteX1" fmla="*/ 85228 w 1524366"/>
                <a:gd name="connsiteY1" fmla="*/ 133474 h 1499786"/>
                <a:gd name="connsiteX2" fmla="*/ 932953 w 1524366"/>
                <a:gd name="connsiteY2" fmla="*/ 133474 h 1499786"/>
                <a:gd name="connsiteX3" fmla="*/ 1504453 w 1524366"/>
                <a:gd name="connsiteY3" fmla="*/ 1343149 h 1499786"/>
                <a:gd name="connsiteX4" fmla="*/ 190003 w 1524366"/>
                <a:gd name="connsiteY4" fmla="*/ 1352674 h 1499786"/>
                <a:gd name="connsiteX0" fmla="*/ 188006 w 1485647"/>
                <a:gd name="connsiteY0" fmla="*/ 1352674 h 1400935"/>
                <a:gd name="connsiteX1" fmla="*/ 83231 w 1485647"/>
                <a:gd name="connsiteY1" fmla="*/ 133474 h 1400935"/>
                <a:gd name="connsiteX2" fmla="*/ 930956 w 1485647"/>
                <a:gd name="connsiteY2" fmla="*/ 133474 h 1400935"/>
                <a:gd name="connsiteX3" fmla="*/ 1464356 w 1485647"/>
                <a:gd name="connsiteY3" fmla="*/ 1057399 h 1400935"/>
                <a:gd name="connsiteX4" fmla="*/ 188006 w 1485647"/>
                <a:gd name="connsiteY4" fmla="*/ 1352674 h 1400935"/>
                <a:gd name="connsiteX0" fmla="*/ 188006 w 1468508"/>
                <a:gd name="connsiteY0" fmla="*/ 1352674 h 1405544"/>
                <a:gd name="connsiteX1" fmla="*/ 83231 w 1468508"/>
                <a:gd name="connsiteY1" fmla="*/ 133474 h 1405544"/>
                <a:gd name="connsiteX2" fmla="*/ 930956 w 1468508"/>
                <a:gd name="connsiteY2" fmla="*/ 133474 h 1405544"/>
                <a:gd name="connsiteX3" fmla="*/ 1464356 w 1468508"/>
                <a:gd name="connsiteY3" fmla="*/ 1057399 h 1405544"/>
                <a:gd name="connsiteX4" fmla="*/ 188006 w 1468508"/>
                <a:gd name="connsiteY4" fmla="*/ 1352674 h 1405544"/>
                <a:gd name="connsiteX0" fmla="*/ 136253 w 1558618"/>
                <a:gd name="connsiteY0" fmla="*/ 1023046 h 1144997"/>
                <a:gd name="connsiteX1" fmla="*/ 150540 w 1558618"/>
                <a:gd name="connsiteY1" fmla="*/ 113408 h 1144997"/>
                <a:gd name="connsiteX2" fmla="*/ 998265 w 1558618"/>
                <a:gd name="connsiteY2" fmla="*/ 113408 h 1144997"/>
                <a:gd name="connsiteX3" fmla="*/ 1531665 w 1558618"/>
                <a:gd name="connsiteY3" fmla="*/ 1037333 h 1144997"/>
                <a:gd name="connsiteX4" fmla="*/ 136253 w 1558618"/>
                <a:gd name="connsiteY4" fmla="*/ 1023046 h 1144997"/>
                <a:gd name="connsiteX0" fmla="*/ 60155 w 1482520"/>
                <a:gd name="connsiteY0" fmla="*/ 1023046 h 1159112"/>
                <a:gd name="connsiteX1" fmla="*/ 74442 w 1482520"/>
                <a:gd name="connsiteY1" fmla="*/ 113408 h 1159112"/>
                <a:gd name="connsiteX2" fmla="*/ 922167 w 1482520"/>
                <a:gd name="connsiteY2" fmla="*/ 113408 h 1159112"/>
                <a:gd name="connsiteX3" fmla="*/ 1455567 w 1482520"/>
                <a:gd name="connsiteY3" fmla="*/ 1037333 h 1159112"/>
                <a:gd name="connsiteX4" fmla="*/ 60155 w 1482520"/>
                <a:gd name="connsiteY4" fmla="*/ 1023046 h 1159112"/>
                <a:gd name="connsiteX0" fmla="*/ 60155 w 1467925"/>
                <a:gd name="connsiteY0" fmla="*/ 1023046 h 1162263"/>
                <a:gd name="connsiteX1" fmla="*/ 74442 w 1467925"/>
                <a:gd name="connsiteY1" fmla="*/ 113408 h 1162263"/>
                <a:gd name="connsiteX2" fmla="*/ 922167 w 1467925"/>
                <a:gd name="connsiteY2" fmla="*/ 113408 h 1162263"/>
                <a:gd name="connsiteX3" fmla="*/ 1455567 w 1467925"/>
                <a:gd name="connsiteY3" fmla="*/ 1037333 h 1162263"/>
                <a:gd name="connsiteX4" fmla="*/ 388766 w 1467925"/>
                <a:gd name="connsiteY4" fmla="*/ 1151633 h 1162263"/>
                <a:gd name="connsiteX5" fmla="*/ 60155 w 1467925"/>
                <a:gd name="connsiteY5" fmla="*/ 1023046 h 1162263"/>
                <a:gd name="connsiteX0" fmla="*/ 58196 w 1474681"/>
                <a:gd name="connsiteY0" fmla="*/ 1023046 h 1385025"/>
                <a:gd name="connsiteX1" fmla="*/ 72483 w 1474681"/>
                <a:gd name="connsiteY1" fmla="*/ 113408 h 1385025"/>
                <a:gd name="connsiteX2" fmla="*/ 920208 w 1474681"/>
                <a:gd name="connsiteY2" fmla="*/ 113408 h 1385025"/>
                <a:gd name="connsiteX3" fmla="*/ 1453608 w 1474681"/>
                <a:gd name="connsiteY3" fmla="*/ 1037333 h 1385025"/>
                <a:gd name="connsiteX4" fmla="*/ 182020 w 1474681"/>
                <a:gd name="connsiteY4" fmla="*/ 1384995 h 1385025"/>
                <a:gd name="connsiteX5" fmla="*/ 58196 w 1474681"/>
                <a:gd name="connsiteY5" fmla="*/ 1023046 h 1385025"/>
                <a:gd name="connsiteX0" fmla="*/ 58196 w 1474681"/>
                <a:gd name="connsiteY0" fmla="*/ 1023046 h 1385025"/>
                <a:gd name="connsiteX1" fmla="*/ 72483 w 1474681"/>
                <a:gd name="connsiteY1" fmla="*/ 113408 h 1385025"/>
                <a:gd name="connsiteX2" fmla="*/ 920208 w 1474681"/>
                <a:gd name="connsiteY2" fmla="*/ 113408 h 1385025"/>
                <a:gd name="connsiteX3" fmla="*/ 1453608 w 1474681"/>
                <a:gd name="connsiteY3" fmla="*/ 1037333 h 1385025"/>
                <a:gd name="connsiteX4" fmla="*/ 182020 w 1474681"/>
                <a:gd name="connsiteY4" fmla="*/ 1384995 h 1385025"/>
                <a:gd name="connsiteX5" fmla="*/ 58196 w 1474681"/>
                <a:gd name="connsiteY5" fmla="*/ 1023046 h 1385025"/>
                <a:gd name="connsiteX0" fmla="*/ 58196 w 1474681"/>
                <a:gd name="connsiteY0" fmla="*/ 1023046 h 1385025"/>
                <a:gd name="connsiteX1" fmla="*/ 72483 w 1474681"/>
                <a:gd name="connsiteY1" fmla="*/ 113408 h 1385025"/>
                <a:gd name="connsiteX2" fmla="*/ 920208 w 1474681"/>
                <a:gd name="connsiteY2" fmla="*/ 113408 h 1385025"/>
                <a:gd name="connsiteX3" fmla="*/ 1453608 w 1474681"/>
                <a:gd name="connsiteY3" fmla="*/ 1037333 h 1385025"/>
                <a:gd name="connsiteX4" fmla="*/ 182020 w 1474681"/>
                <a:gd name="connsiteY4" fmla="*/ 1384995 h 1385025"/>
                <a:gd name="connsiteX5" fmla="*/ 58196 w 1474681"/>
                <a:gd name="connsiteY5" fmla="*/ 1023046 h 1385025"/>
                <a:gd name="connsiteX0" fmla="*/ 58196 w 1484728"/>
                <a:gd name="connsiteY0" fmla="*/ 1023046 h 1386929"/>
                <a:gd name="connsiteX1" fmla="*/ 72483 w 1484728"/>
                <a:gd name="connsiteY1" fmla="*/ 113408 h 1386929"/>
                <a:gd name="connsiteX2" fmla="*/ 920208 w 1484728"/>
                <a:gd name="connsiteY2" fmla="*/ 113408 h 1386929"/>
                <a:gd name="connsiteX3" fmla="*/ 1453608 w 1484728"/>
                <a:gd name="connsiteY3" fmla="*/ 1037333 h 1386929"/>
                <a:gd name="connsiteX4" fmla="*/ 1286920 w 1484728"/>
                <a:gd name="connsiteY4" fmla="*/ 1161158 h 1386929"/>
                <a:gd name="connsiteX5" fmla="*/ 182020 w 1484728"/>
                <a:gd name="connsiteY5" fmla="*/ 1384995 h 1386929"/>
                <a:gd name="connsiteX6" fmla="*/ 58196 w 1484728"/>
                <a:gd name="connsiteY6" fmla="*/ 1023046 h 1386929"/>
                <a:gd name="connsiteX0" fmla="*/ 58196 w 1548841"/>
                <a:gd name="connsiteY0" fmla="*/ 1023046 h 1408258"/>
                <a:gd name="connsiteX1" fmla="*/ 72483 w 1548841"/>
                <a:gd name="connsiteY1" fmla="*/ 113408 h 1408258"/>
                <a:gd name="connsiteX2" fmla="*/ 920208 w 1548841"/>
                <a:gd name="connsiteY2" fmla="*/ 113408 h 1408258"/>
                <a:gd name="connsiteX3" fmla="*/ 1453608 w 1548841"/>
                <a:gd name="connsiteY3" fmla="*/ 1037333 h 1408258"/>
                <a:gd name="connsiteX4" fmla="*/ 1420270 w 1548841"/>
                <a:gd name="connsiteY4" fmla="*/ 1370708 h 1408258"/>
                <a:gd name="connsiteX5" fmla="*/ 182020 w 1548841"/>
                <a:gd name="connsiteY5" fmla="*/ 1384995 h 1408258"/>
                <a:gd name="connsiteX6" fmla="*/ 58196 w 1548841"/>
                <a:gd name="connsiteY6" fmla="*/ 1023046 h 1408258"/>
                <a:gd name="connsiteX0" fmla="*/ 58196 w 1548841"/>
                <a:gd name="connsiteY0" fmla="*/ 1023046 h 1393265"/>
                <a:gd name="connsiteX1" fmla="*/ 72483 w 1548841"/>
                <a:gd name="connsiteY1" fmla="*/ 113408 h 1393265"/>
                <a:gd name="connsiteX2" fmla="*/ 920208 w 1548841"/>
                <a:gd name="connsiteY2" fmla="*/ 113408 h 1393265"/>
                <a:gd name="connsiteX3" fmla="*/ 1453608 w 1548841"/>
                <a:gd name="connsiteY3" fmla="*/ 1037333 h 1393265"/>
                <a:gd name="connsiteX4" fmla="*/ 1420270 w 1548841"/>
                <a:gd name="connsiteY4" fmla="*/ 1370708 h 1393265"/>
                <a:gd name="connsiteX5" fmla="*/ 182020 w 1548841"/>
                <a:gd name="connsiteY5" fmla="*/ 1384995 h 1393265"/>
                <a:gd name="connsiteX6" fmla="*/ 58196 w 1548841"/>
                <a:gd name="connsiteY6" fmla="*/ 1023046 h 1393265"/>
                <a:gd name="connsiteX0" fmla="*/ 58196 w 1485539"/>
                <a:gd name="connsiteY0" fmla="*/ 1023046 h 1393265"/>
                <a:gd name="connsiteX1" fmla="*/ 72483 w 1485539"/>
                <a:gd name="connsiteY1" fmla="*/ 113408 h 1393265"/>
                <a:gd name="connsiteX2" fmla="*/ 920208 w 1485539"/>
                <a:gd name="connsiteY2" fmla="*/ 113408 h 1393265"/>
                <a:gd name="connsiteX3" fmla="*/ 1453608 w 1485539"/>
                <a:gd name="connsiteY3" fmla="*/ 1037333 h 1393265"/>
                <a:gd name="connsiteX4" fmla="*/ 1420270 w 1485539"/>
                <a:gd name="connsiteY4" fmla="*/ 1370708 h 1393265"/>
                <a:gd name="connsiteX5" fmla="*/ 182020 w 1485539"/>
                <a:gd name="connsiteY5" fmla="*/ 1384995 h 1393265"/>
                <a:gd name="connsiteX6" fmla="*/ 58196 w 1485539"/>
                <a:gd name="connsiteY6" fmla="*/ 1023046 h 1393265"/>
                <a:gd name="connsiteX0" fmla="*/ 58196 w 1589204"/>
                <a:gd name="connsiteY0" fmla="*/ 1023046 h 1393265"/>
                <a:gd name="connsiteX1" fmla="*/ 72483 w 1589204"/>
                <a:gd name="connsiteY1" fmla="*/ 113408 h 1393265"/>
                <a:gd name="connsiteX2" fmla="*/ 920208 w 1589204"/>
                <a:gd name="connsiteY2" fmla="*/ 113408 h 1393265"/>
                <a:gd name="connsiteX3" fmla="*/ 1453608 w 1589204"/>
                <a:gd name="connsiteY3" fmla="*/ 1037333 h 1393265"/>
                <a:gd name="connsiteX4" fmla="*/ 1586958 w 1589204"/>
                <a:gd name="connsiteY4" fmla="*/ 1370708 h 1393265"/>
                <a:gd name="connsiteX5" fmla="*/ 182020 w 1589204"/>
                <a:gd name="connsiteY5" fmla="*/ 1384995 h 1393265"/>
                <a:gd name="connsiteX6" fmla="*/ 58196 w 1589204"/>
                <a:gd name="connsiteY6" fmla="*/ 1023046 h 1393265"/>
                <a:gd name="connsiteX0" fmla="*/ 58196 w 1586958"/>
                <a:gd name="connsiteY0" fmla="*/ 1023046 h 1393265"/>
                <a:gd name="connsiteX1" fmla="*/ 72483 w 1586958"/>
                <a:gd name="connsiteY1" fmla="*/ 113408 h 1393265"/>
                <a:gd name="connsiteX2" fmla="*/ 920208 w 1586958"/>
                <a:gd name="connsiteY2" fmla="*/ 113408 h 1393265"/>
                <a:gd name="connsiteX3" fmla="*/ 1453608 w 1586958"/>
                <a:gd name="connsiteY3" fmla="*/ 1037333 h 1393265"/>
                <a:gd name="connsiteX4" fmla="*/ 1586958 w 1586958"/>
                <a:gd name="connsiteY4" fmla="*/ 1370708 h 1393265"/>
                <a:gd name="connsiteX5" fmla="*/ 182020 w 1586958"/>
                <a:gd name="connsiteY5" fmla="*/ 1384995 h 1393265"/>
                <a:gd name="connsiteX6" fmla="*/ 58196 w 1586958"/>
                <a:gd name="connsiteY6" fmla="*/ 1023046 h 1393265"/>
                <a:gd name="connsiteX0" fmla="*/ 58196 w 1586958"/>
                <a:gd name="connsiteY0" fmla="*/ 1023046 h 1393265"/>
                <a:gd name="connsiteX1" fmla="*/ 72483 w 1586958"/>
                <a:gd name="connsiteY1" fmla="*/ 113408 h 1393265"/>
                <a:gd name="connsiteX2" fmla="*/ 920208 w 1586958"/>
                <a:gd name="connsiteY2" fmla="*/ 113408 h 1393265"/>
                <a:gd name="connsiteX3" fmla="*/ 1248821 w 1586958"/>
                <a:gd name="connsiteY3" fmla="*/ 637283 h 1393265"/>
                <a:gd name="connsiteX4" fmla="*/ 1586958 w 1586958"/>
                <a:gd name="connsiteY4" fmla="*/ 1370708 h 1393265"/>
                <a:gd name="connsiteX5" fmla="*/ 182020 w 1586958"/>
                <a:gd name="connsiteY5" fmla="*/ 1384995 h 1393265"/>
                <a:gd name="connsiteX6" fmla="*/ 58196 w 1586958"/>
                <a:gd name="connsiteY6" fmla="*/ 1023046 h 1393265"/>
                <a:gd name="connsiteX0" fmla="*/ 54029 w 1582791"/>
                <a:gd name="connsiteY0" fmla="*/ 1039928 h 1410147"/>
                <a:gd name="connsiteX1" fmla="*/ 68316 w 1582791"/>
                <a:gd name="connsiteY1" fmla="*/ 130290 h 1410147"/>
                <a:gd name="connsiteX2" fmla="*/ 858891 w 1582791"/>
                <a:gd name="connsiteY2" fmla="*/ 101715 h 1410147"/>
                <a:gd name="connsiteX3" fmla="*/ 1244654 w 1582791"/>
                <a:gd name="connsiteY3" fmla="*/ 654165 h 1410147"/>
                <a:gd name="connsiteX4" fmla="*/ 1582791 w 1582791"/>
                <a:gd name="connsiteY4" fmla="*/ 1387590 h 1410147"/>
                <a:gd name="connsiteX5" fmla="*/ 177853 w 1582791"/>
                <a:gd name="connsiteY5" fmla="*/ 1401877 h 1410147"/>
                <a:gd name="connsiteX6" fmla="*/ 54029 w 1582791"/>
                <a:gd name="connsiteY6" fmla="*/ 1039928 h 1410147"/>
                <a:gd name="connsiteX0" fmla="*/ 54029 w 1582791"/>
                <a:gd name="connsiteY0" fmla="*/ 1039928 h 1410147"/>
                <a:gd name="connsiteX1" fmla="*/ 68316 w 1582791"/>
                <a:gd name="connsiteY1" fmla="*/ 130290 h 1410147"/>
                <a:gd name="connsiteX2" fmla="*/ 858891 w 1582791"/>
                <a:gd name="connsiteY2" fmla="*/ 101715 h 1410147"/>
                <a:gd name="connsiteX3" fmla="*/ 1244654 w 1582791"/>
                <a:gd name="connsiteY3" fmla="*/ 654165 h 1410147"/>
                <a:gd name="connsiteX4" fmla="*/ 1582791 w 1582791"/>
                <a:gd name="connsiteY4" fmla="*/ 1387590 h 1410147"/>
                <a:gd name="connsiteX5" fmla="*/ 177853 w 1582791"/>
                <a:gd name="connsiteY5" fmla="*/ 1401877 h 1410147"/>
                <a:gd name="connsiteX6" fmla="*/ 54029 w 1582791"/>
                <a:gd name="connsiteY6" fmla="*/ 1039928 h 1410147"/>
                <a:gd name="connsiteX0" fmla="*/ 54029 w 1582791"/>
                <a:gd name="connsiteY0" fmla="*/ 1012485 h 1382704"/>
                <a:gd name="connsiteX1" fmla="*/ 68316 w 1582791"/>
                <a:gd name="connsiteY1" fmla="*/ 102847 h 1382704"/>
                <a:gd name="connsiteX2" fmla="*/ 858891 w 1582791"/>
                <a:gd name="connsiteY2" fmla="*/ 74272 h 1382704"/>
                <a:gd name="connsiteX3" fmla="*/ 1244654 w 1582791"/>
                <a:gd name="connsiteY3" fmla="*/ 626722 h 1382704"/>
                <a:gd name="connsiteX4" fmla="*/ 1582791 w 1582791"/>
                <a:gd name="connsiteY4" fmla="*/ 1360147 h 1382704"/>
                <a:gd name="connsiteX5" fmla="*/ 177853 w 1582791"/>
                <a:gd name="connsiteY5" fmla="*/ 1374434 h 1382704"/>
                <a:gd name="connsiteX6" fmla="*/ 54029 w 1582791"/>
                <a:gd name="connsiteY6" fmla="*/ 1012485 h 1382704"/>
                <a:gd name="connsiteX0" fmla="*/ 54029 w 1582791"/>
                <a:gd name="connsiteY0" fmla="*/ 1012485 h 1382704"/>
                <a:gd name="connsiteX1" fmla="*/ 68316 w 1582791"/>
                <a:gd name="connsiteY1" fmla="*/ 102847 h 1382704"/>
                <a:gd name="connsiteX2" fmla="*/ 858891 w 1582791"/>
                <a:gd name="connsiteY2" fmla="*/ 74272 h 1382704"/>
                <a:gd name="connsiteX3" fmla="*/ 1354191 w 1582791"/>
                <a:gd name="connsiteY3" fmla="*/ 612435 h 1382704"/>
                <a:gd name="connsiteX4" fmla="*/ 1582791 w 1582791"/>
                <a:gd name="connsiteY4" fmla="*/ 1360147 h 1382704"/>
                <a:gd name="connsiteX5" fmla="*/ 177853 w 1582791"/>
                <a:gd name="connsiteY5" fmla="*/ 1374434 h 1382704"/>
                <a:gd name="connsiteX6" fmla="*/ 54029 w 1582791"/>
                <a:gd name="connsiteY6" fmla="*/ 1012485 h 1382704"/>
                <a:gd name="connsiteX0" fmla="*/ 54029 w 1582791"/>
                <a:gd name="connsiteY0" fmla="*/ 1012485 h 1382704"/>
                <a:gd name="connsiteX1" fmla="*/ 68316 w 1582791"/>
                <a:gd name="connsiteY1" fmla="*/ 102847 h 1382704"/>
                <a:gd name="connsiteX2" fmla="*/ 858891 w 1582791"/>
                <a:gd name="connsiteY2" fmla="*/ 74272 h 1382704"/>
                <a:gd name="connsiteX3" fmla="*/ 1354191 w 1582791"/>
                <a:gd name="connsiteY3" fmla="*/ 612435 h 1382704"/>
                <a:gd name="connsiteX4" fmla="*/ 1582791 w 1582791"/>
                <a:gd name="connsiteY4" fmla="*/ 1360147 h 1382704"/>
                <a:gd name="connsiteX5" fmla="*/ 177853 w 1582791"/>
                <a:gd name="connsiteY5" fmla="*/ 1374434 h 1382704"/>
                <a:gd name="connsiteX6" fmla="*/ 54029 w 1582791"/>
                <a:gd name="connsiteY6" fmla="*/ 1012485 h 1382704"/>
                <a:gd name="connsiteX0" fmla="*/ 54029 w 1597234"/>
                <a:gd name="connsiteY0" fmla="*/ 1012485 h 1382704"/>
                <a:gd name="connsiteX1" fmla="*/ 68316 w 1597234"/>
                <a:gd name="connsiteY1" fmla="*/ 102847 h 1382704"/>
                <a:gd name="connsiteX2" fmla="*/ 858891 w 1597234"/>
                <a:gd name="connsiteY2" fmla="*/ 74272 h 1382704"/>
                <a:gd name="connsiteX3" fmla="*/ 1582791 w 1597234"/>
                <a:gd name="connsiteY3" fmla="*/ 1360147 h 1382704"/>
                <a:gd name="connsiteX4" fmla="*/ 177853 w 1597234"/>
                <a:gd name="connsiteY4" fmla="*/ 1374434 h 1382704"/>
                <a:gd name="connsiteX5" fmla="*/ 54029 w 1597234"/>
                <a:gd name="connsiteY5" fmla="*/ 1012485 h 1382704"/>
                <a:gd name="connsiteX0" fmla="*/ 70743 w 1621211"/>
                <a:gd name="connsiteY0" fmla="*/ 991937 h 1362156"/>
                <a:gd name="connsiteX1" fmla="*/ 85030 w 1621211"/>
                <a:gd name="connsiteY1" fmla="*/ 82299 h 1362156"/>
                <a:gd name="connsiteX2" fmla="*/ 1104205 w 1621211"/>
                <a:gd name="connsiteY2" fmla="*/ 96587 h 1362156"/>
                <a:gd name="connsiteX3" fmla="*/ 1599505 w 1621211"/>
                <a:gd name="connsiteY3" fmla="*/ 1339599 h 1362156"/>
                <a:gd name="connsiteX4" fmla="*/ 194567 w 1621211"/>
                <a:gd name="connsiteY4" fmla="*/ 1353886 h 1362156"/>
                <a:gd name="connsiteX5" fmla="*/ 70743 w 1621211"/>
                <a:gd name="connsiteY5" fmla="*/ 991937 h 1362156"/>
                <a:gd name="connsiteX0" fmla="*/ 70743 w 1621211"/>
                <a:gd name="connsiteY0" fmla="*/ 1015553 h 1385772"/>
                <a:gd name="connsiteX1" fmla="*/ 85030 w 1621211"/>
                <a:gd name="connsiteY1" fmla="*/ 105915 h 1385772"/>
                <a:gd name="connsiteX2" fmla="*/ 1104205 w 1621211"/>
                <a:gd name="connsiteY2" fmla="*/ 120203 h 1385772"/>
                <a:gd name="connsiteX3" fmla="*/ 1599505 w 1621211"/>
                <a:gd name="connsiteY3" fmla="*/ 1363215 h 1385772"/>
                <a:gd name="connsiteX4" fmla="*/ 194567 w 1621211"/>
                <a:gd name="connsiteY4" fmla="*/ 1377502 h 1385772"/>
                <a:gd name="connsiteX5" fmla="*/ 70743 w 1621211"/>
                <a:gd name="connsiteY5" fmla="*/ 1015553 h 1385772"/>
                <a:gd name="connsiteX0" fmla="*/ 70743 w 1621211"/>
                <a:gd name="connsiteY0" fmla="*/ 986618 h 1356837"/>
                <a:gd name="connsiteX1" fmla="*/ 85030 w 1621211"/>
                <a:gd name="connsiteY1" fmla="*/ 76980 h 1356837"/>
                <a:gd name="connsiteX2" fmla="*/ 1104205 w 1621211"/>
                <a:gd name="connsiteY2" fmla="*/ 153181 h 1356837"/>
                <a:gd name="connsiteX3" fmla="*/ 1599505 w 1621211"/>
                <a:gd name="connsiteY3" fmla="*/ 1334280 h 1356837"/>
                <a:gd name="connsiteX4" fmla="*/ 194567 w 1621211"/>
                <a:gd name="connsiteY4" fmla="*/ 1348567 h 1356837"/>
                <a:gd name="connsiteX5" fmla="*/ 70743 w 1621211"/>
                <a:gd name="connsiteY5" fmla="*/ 986618 h 1356837"/>
                <a:gd name="connsiteX0" fmla="*/ 70743 w 1620187"/>
                <a:gd name="connsiteY0" fmla="*/ 986710 h 1356929"/>
                <a:gd name="connsiteX1" fmla="*/ 85030 w 1620187"/>
                <a:gd name="connsiteY1" fmla="*/ 77072 h 1356929"/>
                <a:gd name="connsiteX2" fmla="*/ 1104205 w 1620187"/>
                <a:gd name="connsiteY2" fmla="*/ 153273 h 1356929"/>
                <a:gd name="connsiteX3" fmla="*/ 1599505 w 1620187"/>
                <a:gd name="connsiteY3" fmla="*/ 1334372 h 1356929"/>
                <a:gd name="connsiteX4" fmla="*/ 194567 w 1620187"/>
                <a:gd name="connsiteY4" fmla="*/ 1348659 h 1356929"/>
                <a:gd name="connsiteX5" fmla="*/ 70743 w 1620187"/>
                <a:gd name="connsiteY5" fmla="*/ 986710 h 1356929"/>
                <a:gd name="connsiteX0" fmla="*/ 70743 w 1619895"/>
                <a:gd name="connsiteY0" fmla="*/ 1039644 h 1409863"/>
                <a:gd name="connsiteX1" fmla="*/ 85030 w 1619895"/>
                <a:gd name="connsiteY1" fmla="*/ 130006 h 1409863"/>
                <a:gd name="connsiteX2" fmla="*/ 1104205 w 1619895"/>
                <a:gd name="connsiteY2" fmla="*/ 206207 h 1409863"/>
                <a:gd name="connsiteX3" fmla="*/ 1599505 w 1619895"/>
                <a:gd name="connsiteY3" fmla="*/ 1387306 h 1409863"/>
                <a:gd name="connsiteX4" fmla="*/ 194567 w 1619895"/>
                <a:gd name="connsiteY4" fmla="*/ 1401593 h 1409863"/>
                <a:gd name="connsiteX5" fmla="*/ 70743 w 1619895"/>
                <a:gd name="connsiteY5" fmla="*/ 1039644 h 1409863"/>
                <a:gd name="connsiteX0" fmla="*/ 209554 w 1634882"/>
                <a:gd name="connsiteY0" fmla="*/ 1401593 h 1409863"/>
                <a:gd name="connsiteX1" fmla="*/ 100017 w 1634882"/>
                <a:gd name="connsiteY1" fmla="*/ 130006 h 1409863"/>
                <a:gd name="connsiteX2" fmla="*/ 1119192 w 1634882"/>
                <a:gd name="connsiteY2" fmla="*/ 206207 h 1409863"/>
                <a:gd name="connsiteX3" fmla="*/ 1614492 w 1634882"/>
                <a:gd name="connsiteY3" fmla="*/ 1387306 h 1409863"/>
                <a:gd name="connsiteX4" fmla="*/ 209554 w 1634882"/>
                <a:gd name="connsiteY4" fmla="*/ 1401593 h 1409863"/>
                <a:gd name="connsiteX0" fmla="*/ 209554 w 1634882"/>
                <a:gd name="connsiteY0" fmla="*/ 1401593 h 1401593"/>
                <a:gd name="connsiteX1" fmla="*/ 100017 w 1634882"/>
                <a:gd name="connsiteY1" fmla="*/ 130006 h 1401593"/>
                <a:gd name="connsiteX2" fmla="*/ 1119192 w 1634882"/>
                <a:gd name="connsiteY2" fmla="*/ 206207 h 1401593"/>
                <a:gd name="connsiteX3" fmla="*/ 1614492 w 1634882"/>
                <a:gd name="connsiteY3" fmla="*/ 1387306 h 1401593"/>
                <a:gd name="connsiteX4" fmla="*/ 209554 w 1634882"/>
                <a:gd name="connsiteY4" fmla="*/ 1401593 h 1401593"/>
                <a:gd name="connsiteX0" fmla="*/ 209554 w 1636198"/>
                <a:gd name="connsiteY0" fmla="*/ 1366747 h 1368352"/>
                <a:gd name="connsiteX1" fmla="*/ 100017 w 1636198"/>
                <a:gd name="connsiteY1" fmla="*/ 95160 h 1368352"/>
                <a:gd name="connsiteX2" fmla="*/ 1119192 w 1636198"/>
                <a:gd name="connsiteY2" fmla="*/ 171361 h 1368352"/>
                <a:gd name="connsiteX3" fmla="*/ 1614492 w 1636198"/>
                <a:gd name="connsiteY3" fmla="*/ 1366748 h 1368352"/>
                <a:gd name="connsiteX4" fmla="*/ 209554 w 1636198"/>
                <a:gd name="connsiteY4" fmla="*/ 1366747 h 1368352"/>
                <a:gd name="connsiteX0" fmla="*/ 209554 w 1636198"/>
                <a:gd name="connsiteY0" fmla="*/ 1366747 h 1368352"/>
                <a:gd name="connsiteX1" fmla="*/ 100017 w 1636198"/>
                <a:gd name="connsiteY1" fmla="*/ 95160 h 1368352"/>
                <a:gd name="connsiteX2" fmla="*/ 1119192 w 1636198"/>
                <a:gd name="connsiteY2" fmla="*/ 171361 h 1368352"/>
                <a:gd name="connsiteX3" fmla="*/ 1614492 w 1636198"/>
                <a:gd name="connsiteY3" fmla="*/ 1366748 h 1368352"/>
                <a:gd name="connsiteX4" fmla="*/ 209554 w 1636198"/>
                <a:gd name="connsiteY4" fmla="*/ 1366747 h 1368352"/>
                <a:gd name="connsiteX0" fmla="*/ 209554 w 1617122"/>
                <a:gd name="connsiteY0" fmla="*/ 1366747 h 1368352"/>
                <a:gd name="connsiteX1" fmla="*/ 100017 w 1617122"/>
                <a:gd name="connsiteY1" fmla="*/ 95160 h 1368352"/>
                <a:gd name="connsiteX2" fmla="*/ 1119192 w 1617122"/>
                <a:gd name="connsiteY2" fmla="*/ 171361 h 1368352"/>
                <a:gd name="connsiteX3" fmla="*/ 1614492 w 1617122"/>
                <a:gd name="connsiteY3" fmla="*/ 1366748 h 1368352"/>
                <a:gd name="connsiteX4" fmla="*/ 209554 w 1617122"/>
                <a:gd name="connsiteY4" fmla="*/ 1366747 h 1368352"/>
                <a:gd name="connsiteX0" fmla="*/ 214778 w 1612821"/>
                <a:gd name="connsiteY0" fmla="*/ 1407355 h 1407355"/>
                <a:gd name="connsiteX1" fmla="*/ 95716 w 1612821"/>
                <a:gd name="connsiteY1" fmla="*/ 121480 h 1407355"/>
                <a:gd name="connsiteX2" fmla="*/ 1114891 w 1612821"/>
                <a:gd name="connsiteY2" fmla="*/ 197681 h 1407355"/>
                <a:gd name="connsiteX3" fmla="*/ 1610191 w 1612821"/>
                <a:gd name="connsiteY3" fmla="*/ 1393068 h 1407355"/>
                <a:gd name="connsiteX4" fmla="*/ 214778 w 1612821"/>
                <a:gd name="connsiteY4" fmla="*/ 1407355 h 1407355"/>
                <a:gd name="connsiteX0" fmla="*/ 187732 w 1585775"/>
                <a:gd name="connsiteY0" fmla="*/ 1407355 h 1523474"/>
                <a:gd name="connsiteX1" fmla="*/ 68670 w 1585775"/>
                <a:gd name="connsiteY1" fmla="*/ 121480 h 1523474"/>
                <a:gd name="connsiteX2" fmla="*/ 1087845 w 1585775"/>
                <a:gd name="connsiteY2" fmla="*/ 197681 h 1523474"/>
                <a:gd name="connsiteX3" fmla="*/ 1583145 w 1585775"/>
                <a:gd name="connsiteY3" fmla="*/ 1393068 h 1523474"/>
                <a:gd name="connsiteX4" fmla="*/ 187732 w 1585775"/>
                <a:gd name="connsiteY4" fmla="*/ 1407355 h 1523474"/>
                <a:gd name="connsiteX0" fmla="*/ 187732 w 1585775"/>
                <a:gd name="connsiteY0" fmla="*/ 1407355 h 1410060"/>
                <a:gd name="connsiteX1" fmla="*/ 68670 w 1585775"/>
                <a:gd name="connsiteY1" fmla="*/ 121480 h 1410060"/>
                <a:gd name="connsiteX2" fmla="*/ 1087845 w 1585775"/>
                <a:gd name="connsiteY2" fmla="*/ 197681 h 1410060"/>
                <a:gd name="connsiteX3" fmla="*/ 1583145 w 1585775"/>
                <a:gd name="connsiteY3" fmla="*/ 1393068 h 1410060"/>
                <a:gd name="connsiteX4" fmla="*/ 187732 w 1585775"/>
                <a:gd name="connsiteY4" fmla="*/ 1407355 h 1410060"/>
                <a:gd name="connsiteX0" fmla="*/ 289752 w 1687980"/>
                <a:gd name="connsiteY0" fmla="*/ 1546451 h 1549156"/>
                <a:gd name="connsiteX1" fmla="*/ 46865 w 1687980"/>
                <a:gd name="connsiteY1" fmla="*/ 79601 h 1549156"/>
                <a:gd name="connsiteX2" fmla="*/ 1189865 w 1687980"/>
                <a:gd name="connsiteY2" fmla="*/ 336777 h 1549156"/>
                <a:gd name="connsiteX3" fmla="*/ 1685165 w 1687980"/>
                <a:gd name="connsiteY3" fmla="*/ 1532164 h 1549156"/>
                <a:gd name="connsiteX4" fmla="*/ 289752 w 1687980"/>
                <a:gd name="connsiteY4" fmla="*/ 1546451 h 1549156"/>
                <a:gd name="connsiteX0" fmla="*/ 287528 w 1685463"/>
                <a:gd name="connsiteY0" fmla="*/ 1538241 h 1540946"/>
                <a:gd name="connsiteX1" fmla="*/ 44641 w 1685463"/>
                <a:gd name="connsiteY1" fmla="*/ 71391 h 1540946"/>
                <a:gd name="connsiteX2" fmla="*/ 1154304 w 1685463"/>
                <a:gd name="connsiteY2" fmla="*/ 361904 h 1540946"/>
                <a:gd name="connsiteX3" fmla="*/ 1682941 w 1685463"/>
                <a:gd name="connsiteY3" fmla="*/ 1523954 h 1540946"/>
                <a:gd name="connsiteX4" fmla="*/ 287528 w 1685463"/>
                <a:gd name="connsiteY4" fmla="*/ 1538241 h 1540946"/>
                <a:gd name="connsiteX0" fmla="*/ 287528 w 1685463"/>
                <a:gd name="connsiteY0" fmla="*/ 1538821 h 1550557"/>
                <a:gd name="connsiteX1" fmla="*/ 44641 w 1685463"/>
                <a:gd name="connsiteY1" fmla="*/ 71971 h 1550557"/>
                <a:gd name="connsiteX2" fmla="*/ 1154304 w 1685463"/>
                <a:gd name="connsiteY2" fmla="*/ 362484 h 1550557"/>
                <a:gd name="connsiteX3" fmla="*/ 1682941 w 1685463"/>
                <a:gd name="connsiteY3" fmla="*/ 1548346 h 1550557"/>
                <a:gd name="connsiteX4" fmla="*/ 287528 w 1685463"/>
                <a:gd name="connsiteY4" fmla="*/ 1538821 h 1550557"/>
                <a:gd name="connsiteX0" fmla="*/ 287528 w 1685463"/>
                <a:gd name="connsiteY0" fmla="*/ 1538821 h 1550557"/>
                <a:gd name="connsiteX1" fmla="*/ 44641 w 1685463"/>
                <a:gd name="connsiteY1" fmla="*/ 71971 h 1550557"/>
                <a:gd name="connsiteX2" fmla="*/ 1154304 w 1685463"/>
                <a:gd name="connsiteY2" fmla="*/ 362484 h 1550557"/>
                <a:gd name="connsiteX3" fmla="*/ 1682941 w 1685463"/>
                <a:gd name="connsiteY3" fmla="*/ 1548346 h 1550557"/>
                <a:gd name="connsiteX4" fmla="*/ 287528 w 1685463"/>
                <a:gd name="connsiteY4" fmla="*/ 1538821 h 1550557"/>
                <a:gd name="connsiteX0" fmla="*/ 287528 w 1685463"/>
                <a:gd name="connsiteY0" fmla="*/ 1538705 h 1546936"/>
                <a:gd name="connsiteX1" fmla="*/ 44641 w 1685463"/>
                <a:gd name="connsiteY1" fmla="*/ 71855 h 1546936"/>
                <a:gd name="connsiteX2" fmla="*/ 1154304 w 1685463"/>
                <a:gd name="connsiteY2" fmla="*/ 362368 h 1546936"/>
                <a:gd name="connsiteX3" fmla="*/ 1682941 w 1685463"/>
                <a:gd name="connsiteY3" fmla="*/ 1543468 h 1546936"/>
                <a:gd name="connsiteX4" fmla="*/ 287528 w 1685463"/>
                <a:gd name="connsiteY4" fmla="*/ 1538705 h 1546936"/>
                <a:gd name="connsiteX0" fmla="*/ 287528 w 1685463"/>
                <a:gd name="connsiteY0" fmla="*/ 1538473 h 1542711"/>
                <a:gd name="connsiteX1" fmla="*/ 44641 w 1685463"/>
                <a:gd name="connsiteY1" fmla="*/ 71623 h 1542711"/>
                <a:gd name="connsiteX2" fmla="*/ 1154304 w 1685463"/>
                <a:gd name="connsiteY2" fmla="*/ 362136 h 1542711"/>
                <a:gd name="connsiteX3" fmla="*/ 1682941 w 1685463"/>
                <a:gd name="connsiteY3" fmla="*/ 1533711 h 1542711"/>
                <a:gd name="connsiteX4" fmla="*/ 287528 w 1685463"/>
                <a:gd name="connsiteY4" fmla="*/ 1538473 h 1542711"/>
                <a:gd name="connsiteX0" fmla="*/ 287528 w 1685463"/>
                <a:gd name="connsiteY0" fmla="*/ 1538588 h 1544338"/>
                <a:gd name="connsiteX1" fmla="*/ 44641 w 1685463"/>
                <a:gd name="connsiteY1" fmla="*/ 71738 h 1544338"/>
                <a:gd name="connsiteX2" fmla="*/ 1154304 w 1685463"/>
                <a:gd name="connsiteY2" fmla="*/ 362251 h 1544338"/>
                <a:gd name="connsiteX3" fmla="*/ 1682941 w 1685463"/>
                <a:gd name="connsiteY3" fmla="*/ 1538588 h 1544338"/>
                <a:gd name="connsiteX4" fmla="*/ 287528 w 1685463"/>
                <a:gd name="connsiteY4" fmla="*/ 1538588 h 1544338"/>
                <a:gd name="connsiteX0" fmla="*/ 250487 w 1648368"/>
                <a:gd name="connsiteY0" fmla="*/ 1559224 h 1564974"/>
                <a:gd name="connsiteX1" fmla="*/ 50463 w 1648368"/>
                <a:gd name="connsiteY1" fmla="*/ 68561 h 1564974"/>
                <a:gd name="connsiteX2" fmla="*/ 1117263 w 1648368"/>
                <a:gd name="connsiteY2" fmla="*/ 382887 h 1564974"/>
                <a:gd name="connsiteX3" fmla="*/ 1645900 w 1648368"/>
                <a:gd name="connsiteY3" fmla="*/ 1559224 h 1564974"/>
                <a:gd name="connsiteX4" fmla="*/ 250487 w 1648368"/>
                <a:gd name="connsiteY4" fmla="*/ 1559224 h 1564974"/>
                <a:gd name="connsiteX0" fmla="*/ 322687 w 1720568"/>
                <a:gd name="connsiteY0" fmla="*/ 1585030 h 1590780"/>
                <a:gd name="connsiteX1" fmla="*/ 122663 w 1720568"/>
                <a:gd name="connsiteY1" fmla="*/ 94367 h 1590780"/>
                <a:gd name="connsiteX2" fmla="*/ 1189463 w 1720568"/>
                <a:gd name="connsiteY2" fmla="*/ 408693 h 1590780"/>
                <a:gd name="connsiteX3" fmla="*/ 1718100 w 1720568"/>
                <a:gd name="connsiteY3" fmla="*/ 1585030 h 1590780"/>
                <a:gd name="connsiteX4" fmla="*/ 322687 w 1720568"/>
                <a:gd name="connsiteY4" fmla="*/ 1585030 h 1590780"/>
                <a:gd name="connsiteX0" fmla="*/ 322687 w 1720568"/>
                <a:gd name="connsiteY0" fmla="*/ 1585030 h 1779310"/>
                <a:gd name="connsiteX1" fmla="*/ 122663 w 1720568"/>
                <a:gd name="connsiteY1" fmla="*/ 94367 h 1779310"/>
                <a:gd name="connsiteX2" fmla="*/ 1189463 w 1720568"/>
                <a:gd name="connsiteY2" fmla="*/ 408693 h 1779310"/>
                <a:gd name="connsiteX3" fmla="*/ 1718100 w 1720568"/>
                <a:gd name="connsiteY3" fmla="*/ 1585030 h 1779310"/>
                <a:gd name="connsiteX4" fmla="*/ 322687 w 1720568"/>
                <a:gd name="connsiteY4" fmla="*/ 1585030 h 1779310"/>
                <a:gd name="connsiteX0" fmla="*/ 322687 w 1720568"/>
                <a:gd name="connsiteY0" fmla="*/ 1585030 h 1587499"/>
                <a:gd name="connsiteX1" fmla="*/ 122663 w 1720568"/>
                <a:gd name="connsiteY1" fmla="*/ 94367 h 1587499"/>
                <a:gd name="connsiteX2" fmla="*/ 1189463 w 1720568"/>
                <a:gd name="connsiteY2" fmla="*/ 408693 h 1587499"/>
                <a:gd name="connsiteX3" fmla="*/ 1718100 w 1720568"/>
                <a:gd name="connsiteY3" fmla="*/ 1585030 h 1587499"/>
                <a:gd name="connsiteX4" fmla="*/ 322687 w 1720568"/>
                <a:gd name="connsiteY4" fmla="*/ 1585030 h 1587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0568" h="1587499">
                  <a:moveTo>
                    <a:pt x="322687" y="1585030"/>
                  </a:moveTo>
                  <a:cubicBezTo>
                    <a:pt x="175049" y="1150690"/>
                    <a:pt x="-189440" y="351383"/>
                    <a:pt x="122663" y="94367"/>
                  </a:cubicBezTo>
                  <a:cubicBezTo>
                    <a:pt x="434766" y="-162649"/>
                    <a:pt x="923557" y="160249"/>
                    <a:pt x="1189463" y="408693"/>
                  </a:cubicBezTo>
                  <a:cubicBezTo>
                    <a:pt x="1455369" y="657137"/>
                    <a:pt x="1750644" y="1139737"/>
                    <a:pt x="1718100" y="1585030"/>
                  </a:cubicBezTo>
                  <a:cubicBezTo>
                    <a:pt x="1710956" y="1590587"/>
                    <a:pt x="348405" y="1585030"/>
                    <a:pt x="322687" y="1585030"/>
                  </a:cubicBezTo>
                  <a:close/>
                </a:path>
              </a:pathLst>
            </a:custGeom>
            <a:solidFill>
              <a:srgbClr val="4472C4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8" name="グループ化 17"/>
            <p:cNvGrpSpPr/>
            <p:nvPr/>
          </p:nvGrpSpPr>
          <p:grpSpPr>
            <a:xfrm>
              <a:off x="3388111" y="4578261"/>
              <a:ext cx="422521" cy="344259"/>
              <a:chOff x="3388111" y="4578261"/>
              <a:chExt cx="422521" cy="344259"/>
            </a:xfrm>
          </p:grpSpPr>
          <p:cxnSp>
            <p:nvCxnSpPr>
              <p:cNvPr id="17" name="直線コネクタ 16"/>
              <p:cNvCxnSpPr/>
              <p:nvPr/>
            </p:nvCxnSpPr>
            <p:spPr>
              <a:xfrm flipV="1">
                <a:off x="3427357" y="4610100"/>
                <a:ext cx="383275" cy="31242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線コネクタ 98"/>
              <p:cNvCxnSpPr/>
              <p:nvPr/>
            </p:nvCxnSpPr>
            <p:spPr>
              <a:xfrm flipV="1">
                <a:off x="3388111" y="4578261"/>
                <a:ext cx="383275" cy="31242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曲線コネクタ 23"/>
            <p:cNvCxnSpPr>
              <a:stCxn id="97" idx="3"/>
            </p:cNvCxnSpPr>
            <p:nvPr/>
          </p:nvCxnSpPr>
          <p:spPr>
            <a:xfrm>
              <a:off x="3265976" y="2768250"/>
              <a:ext cx="511592" cy="1746601"/>
            </a:xfrm>
            <a:prstGeom prst="curvedConnector2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テキスト ボックス 100">
              <a:extLst>
                <a:ext uri="{FF2B5EF4-FFF2-40B4-BE49-F238E27FC236}">
                  <a16:creationId xmlns:a16="http://schemas.microsoft.com/office/drawing/2014/main" id="{0801520B-72C5-4D9D-B68D-D57C4AB4A787}"/>
                </a:ext>
              </a:extLst>
            </p:cNvPr>
            <p:cNvSpPr txBox="1"/>
            <p:nvPr/>
          </p:nvSpPr>
          <p:spPr>
            <a:xfrm>
              <a:off x="3568586" y="3031359"/>
              <a:ext cx="107433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>
                  <a:solidFill>
                    <a:srgbClr val="FF0000"/>
                  </a:solidFill>
                </a:rPr>
                <a:t>β-cut</a:t>
              </a:r>
              <a:endParaRPr lang="ja-JP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02" name="テキスト ボックス 101">
              <a:extLst>
                <a:ext uri="{FF2B5EF4-FFF2-40B4-BE49-F238E27FC236}">
                  <a16:creationId xmlns:a16="http://schemas.microsoft.com/office/drawing/2014/main" id="{0801520B-72C5-4D9D-B68D-D57C4AB4A787}"/>
                </a:ext>
              </a:extLst>
            </p:cNvPr>
            <p:cNvSpPr txBox="1"/>
            <p:nvPr/>
          </p:nvSpPr>
          <p:spPr>
            <a:xfrm>
              <a:off x="4556810" y="5652758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dirty="0">
                  <a:solidFill>
                    <a:srgbClr val="FF0000"/>
                  </a:solidFill>
                </a:rPr>
                <a:t>探索不要</a:t>
              </a:r>
            </a:p>
          </p:txBody>
        </p:sp>
      </p:grpSp>
      <p:grpSp>
        <p:nvGrpSpPr>
          <p:cNvPr id="125" name="グループ化 124"/>
          <p:cNvGrpSpPr/>
          <p:nvPr/>
        </p:nvGrpSpPr>
        <p:grpSpPr>
          <a:xfrm>
            <a:off x="1815671" y="2377367"/>
            <a:ext cx="742381" cy="742858"/>
            <a:chOff x="1815671" y="2377367"/>
            <a:chExt cx="742381" cy="742858"/>
          </a:xfrm>
        </p:grpSpPr>
        <p:sp>
          <p:nvSpPr>
            <p:cNvPr id="82" name="正方形/長方形 81">
              <a:extLst>
                <a:ext uri="{FF2B5EF4-FFF2-40B4-BE49-F238E27FC236}">
                  <a16:creationId xmlns:a16="http://schemas.microsoft.com/office/drawing/2014/main" id="{58084917-12BA-4057-9A49-07F65A5C4244}"/>
                </a:ext>
              </a:extLst>
            </p:cNvPr>
            <p:cNvSpPr/>
            <p:nvPr/>
          </p:nvSpPr>
          <p:spPr>
            <a:xfrm>
              <a:off x="1922191" y="2419806"/>
              <a:ext cx="576000" cy="576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kumimoji="1" lang="ja-JP" altLang="en-US" sz="5400" dirty="0">
                <a:solidFill>
                  <a:srgbClr val="FF0000"/>
                </a:solidFill>
              </a:endParaRPr>
            </a:p>
          </p:txBody>
        </p:sp>
        <p:sp>
          <p:nvSpPr>
            <p:cNvPr id="116" name="テキスト ボックス 115"/>
            <p:cNvSpPr txBox="1"/>
            <p:nvPr/>
          </p:nvSpPr>
          <p:spPr>
            <a:xfrm>
              <a:off x="1815671" y="2658560"/>
              <a:ext cx="73930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spc="-250" dirty="0">
                  <a:solidFill>
                    <a:srgbClr val="FF0000"/>
                  </a:solidFill>
                </a:rPr>
                <a:t>≧</a:t>
              </a:r>
              <a:r>
                <a:rPr lang="en-US" altLang="ja-JP" sz="2400" spc="-250" dirty="0">
                  <a:solidFill>
                    <a:srgbClr val="FF0000"/>
                  </a:solidFill>
                </a:rPr>
                <a:t>4</a:t>
              </a:r>
              <a:r>
                <a:rPr kumimoji="1" lang="en-US" altLang="ja-JP" sz="2400" spc="-250" dirty="0">
                  <a:solidFill>
                    <a:srgbClr val="FF0000"/>
                  </a:solidFill>
                </a:rPr>
                <a:t>0</a:t>
              </a:r>
              <a:endParaRPr kumimoji="1" lang="ja-JP" altLang="en-US" sz="2400" spc="-250" dirty="0">
                <a:solidFill>
                  <a:srgbClr val="FF0000"/>
                </a:solidFill>
              </a:endParaRPr>
            </a:p>
          </p:txBody>
        </p:sp>
        <p:sp>
          <p:nvSpPr>
            <p:cNvPr id="117" name="テキスト ボックス 116"/>
            <p:cNvSpPr txBox="1"/>
            <p:nvPr/>
          </p:nvSpPr>
          <p:spPr>
            <a:xfrm>
              <a:off x="1818747" y="2377367"/>
              <a:ext cx="73930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spc="-250" dirty="0">
                  <a:solidFill>
                    <a:srgbClr val="FF0000"/>
                  </a:solidFill>
                </a:rPr>
                <a:t>≦</a:t>
              </a:r>
              <a:r>
                <a:rPr lang="en-US" altLang="ja-JP" sz="2400" spc="-250" dirty="0">
                  <a:solidFill>
                    <a:srgbClr val="FF0000"/>
                  </a:solidFill>
                </a:rPr>
                <a:t>5</a:t>
              </a:r>
              <a:r>
                <a:rPr kumimoji="1" lang="en-US" altLang="ja-JP" sz="2400" spc="-250" dirty="0">
                  <a:solidFill>
                    <a:srgbClr val="FF0000"/>
                  </a:solidFill>
                </a:rPr>
                <a:t>0</a:t>
              </a:r>
              <a:endParaRPr kumimoji="1" lang="ja-JP" altLang="en-US" sz="2400" spc="-250" dirty="0">
                <a:solidFill>
                  <a:srgbClr val="FF0000"/>
                </a:solidFill>
              </a:endParaRPr>
            </a:p>
          </p:txBody>
        </p:sp>
      </p:grpSp>
      <p:sp>
        <p:nvSpPr>
          <p:cNvPr id="121" name="テキスト ボックス 120"/>
          <p:cNvSpPr txBox="1"/>
          <p:nvPr/>
        </p:nvSpPr>
        <p:spPr>
          <a:xfrm>
            <a:off x="2688052" y="3942268"/>
            <a:ext cx="7393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spc="-250" dirty="0">
                <a:solidFill>
                  <a:srgbClr val="FF0000"/>
                </a:solidFill>
              </a:rPr>
              <a:t>≧</a:t>
            </a:r>
            <a:r>
              <a:rPr kumimoji="1" lang="en-US" altLang="ja-JP" sz="2400" spc="-250" dirty="0">
                <a:solidFill>
                  <a:srgbClr val="FF0000"/>
                </a:solidFill>
              </a:rPr>
              <a:t>40</a:t>
            </a:r>
            <a:endParaRPr kumimoji="1" lang="ja-JP" altLang="en-US" sz="2400" spc="-250" dirty="0">
              <a:solidFill>
                <a:srgbClr val="FF0000"/>
              </a:solidFill>
            </a:endParaRPr>
          </a:p>
        </p:txBody>
      </p:sp>
      <p:grpSp>
        <p:nvGrpSpPr>
          <p:cNvPr id="142" name="グループ化 141"/>
          <p:cNvGrpSpPr/>
          <p:nvPr/>
        </p:nvGrpSpPr>
        <p:grpSpPr>
          <a:xfrm>
            <a:off x="2688537" y="3856885"/>
            <a:ext cx="739305" cy="1334240"/>
            <a:chOff x="2688537" y="3856885"/>
            <a:chExt cx="739305" cy="1334240"/>
          </a:xfrm>
        </p:grpSpPr>
        <p:cxnSp>
          <p:nvCxnSpPr>
            <p:cNvPr id="106" name="直線矢印コネクタ 105">
              <a:extLst>
                <a:ext uri="{FF2B5EF4-FFF2-40B4-BE49-F238E27FC236}">
                  <a16:creationId xmlns:a16="http://schemas.microsoft.com/office/drawing/2014/main" id="{3B4D31B6-3078-478A-8A1C-05439951DC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62275" y="4514851"/>
              <a:ext cx="9525" cy="67627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0" name="グループ化 119"/>
            <p:cNvGrpSpPr/>
            <p:nvPr/>
          </p:nvGrpSpPr>
          <p:grpSpPr>
            <a:xfrm>
              <a:off x="2688537" y="3856885"/>
              <a:ext cx="739305" cy="576000"/>
              <a:chOff x="2688052" y="3858533"/>
              <a:chExt cx="739305" cy="576000"/>
            </a:xfrm>
          </p:grpSpPr>
          <p:sp>
            <p:nvSpPr>
              <p:cNvPr id="119" name="楕円 118">
                <a:extLst>
                  <a:ext uri="{FF2B5EF4-FFF2-40B4-BE49-F238E27FC236}">
                    <a16:creationId xmlns:a16="http://schemas.microsoft.com/office/drawing/2014/main" id="{01A13DA0-25F4-462E-A2F1-243C628D7089}"/>
                  </a:ext>
                </a:extLst>
              </p:cNvPr>
              <p:cNvSpPr/>
              <p:nvPr/>
            </p:nvSpPr>
            <p:spPr>
              <a:xfrm>
                <a:off x="2787471" y="3858533"/>
                <a:ext cx="576000" cy="576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kumimoji="1" lang="ja-JP" altLang="en-US" sz="5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5" name="テキスト ボックス 74"/>
              <p:cNvSpPr txBox="1"/>
              <p:nvPr/>
            </p:nvSpPr>
            <p:spPr>
              <a:xfrm>
                <a:off x="2688052" y="3942268"/>
                <a:ext cx="7393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spc="-250" dirty="0">
                    <a:solidFill>
                      <a:srgbClr val="FF0000"/>
                    </a:solidFill>
                  </a:rPr>
                  <a:t>≧</a:t>
                </a:r>
                <a:r>
                  <a:rPr lang="en-US" altLang="ja-JP" sz="2400" spc="-250" dirty="0">
                    <a:solidFill>
                      <a:srgbClr val="FF0000"/>
                    </a:solidFill>
                  </a:rPr>
                  <a:t>6</a:t>
                </a:r>
                <a:r>
                  <a:rPr kumimoji="1" lang="en-US" altLang="ja-JP" sz="2400" spc="-250" dirty="0">
                    <a:solidFill>
                      <a:srgbClr val="FF0000"/>
                    </a:solidFill>
                  </a:rPr>
                  <a:t>0</a:t>
                </a:r>
                <a:endParaRPr kumimoji="1" lang="ja-JP" altLang="en-US" sz="2400" spc="-250" dirty="0">
                  <a:solidFill>
                    <a:srgbClr val="FF0000"/>
                  </a:solidFill>
                </a:endParaRPr>
              </a:p>
            </p:txBody>
          </p:sp>
        </p:grpSp>
      </p:grpSp>
      <p:grpSp>
        <p:nvGrpSpPr>
          <p:cNvPr id="124" name="グループ化 123"/>
          <p:cNvGrpSpPr/>
          <p:nvPr/>
        </p:nvGrpSpPr>
        <p:grpSpPr>
          <a:xfrm>
            <a:off x="2622879" y="1343190"/>
            <a:ext cx="1598403" cy="1026437"/>
            <a:chOff x="2622879" y="1343190"/>
            <a:chExt cx="1598403" cy="1026437"/>
          </a:xfrm>
        </p:grpSpPr>
        <p:cxnSp>
          <p:nvCxnSpPr>
            <p:cNvPr id="111" name="直線矢印コネクタ 110">
              <a:extLst>
                <a:ext uri="{FF2B5EF4-FFF2-40B4-BE49-F238E27FC236}">
                  <a16:creationId xmlns:a16="http://schemas.microsoft.com/office/drawing/2014/main" id="{3B4D31B6-3078-478A-8A1C-05439951DC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2879" y="1793149"/>
              <a:ext cx="898893" cy="57647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テキスト ボックス 122"/>
            <p:cNvSpPr txBox="1"/>
            <p:nvPr/>
          </p:nvSpPr>
          <p:spPr>
            <a:xfrm>
              <a:off x="3590981" y="1343190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000" spc="-250" dirty="0">
                  <a:solidFill>
                    <a:srgbClr val="FF0000"/>
                  </a:solidFill>
                </a:rPr>
                <a:t>≧</a:t>
              </a:r>
              <a:r>
                <a:rPr lang="en-US" altLang="ja-JP" sz="2000" spc="-250" dirty="0">
                  <a:solidFill>
                    <a:srgbClr val="FF0000"/>
                  </a:solidFill>
                </a:rPr>
                <a:t>5</a:t>
              </a:r>
              <a:r>
                <a:rPr kumimoji="1" lang="en-US" altLang="ja-JP" sz="2000" spc="-250" dirty="0">
                  <a:solidFill>
                    <a:srgbClr val="FF0000"/>
                  </a:solidFill>
                </a:rPr>
                <a:t>0</a:t>
              </a:r>
              <a:endParaRPr kumimoji="1" lang="ja-JP" altLang="en-US" sz="2000" spc="-25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41" name="グループ化 140"/>
          <p:cNvGrpSpPr/>
          <p:nvPr/>
        </p:nvGrpSpPr>
        <p:grpSpPr>
          <a:xfrm>
            <a:off x="1922191" y="2419806"/>
            <a:ext cx="1343785" cy="1355737"/>
            <a:chOff x="1922191" y="2419806"/>
            <a:chExt cx="1343785" cy="1355737"/>
          </a:xfrm>
        </p:grpSpPr>
        <p:cxnSp>
          <p:nvCxnSpPr>
            <p:cNvPr id="78" name="直線矢印コネクタ 77">
              <a:extLst>
                <a:ext uri="{FF2B5EF4-FFF2-40B4-BE49-F238E27FC236}">
                  <a16:creationId xmlns:a16="http://schemas.microsoft.com/office/drawing/2014/main" id="{3B4D31B6-3078-478A-8A1C-05439951DC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17241" y="3059934"/>
              <a:ext cx="464084" cy="71560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テキスト ボックス 96">
              <a:extLst>
                <a:ext uri="{FF2B5EF4-FFF2-40B4-BE49-F238E27FC236}">
                  <a16:creationId xmlns:a16="http://schemas.microsoft.com/office/drawing/2014/main" id="{0801520B-72C5-4D9D-B68D-D57C4AB4A787}"/>
                </a:ext>
              </a:extLst>
            </p:cNvPr>
            <p:cNvSpPr txBox="1"/>
            <p:nvPr/>
          </p:nvSpPr>
          <p:spPr>
            <a:xfrm>
              <a:off x="2465757" y="2537417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dirty="0">
                  <a:solidFill>
                    <a:srgbClr val="FF0000"/>
                  </a:solidFill>
                </a:rPr>
                <a:t>確定</a:t>
              </a:r>
            </a:p>
          </p:txBody>
        </p:sp>
        <p:grpSp>
          <p:nvGrpSpPr>
            <p:cNvPr id="138" name="グループ化 137"/>
            <p:cNvGrpSpPr/>
            <p:nvPr/>
          </p:nvGrpSpPr>
          <p:grpSpPr>
            <a:xfrm>
              <a:off x="1922191" y="2419806"/>
              <a:ext cx="576000" cy="576000"/>
              <a:chOff x="1922191" y="2419806"/>
              <a:chExt cx="576000" cy="576000"/>
            </a:xfrm>
          </p:grpSpPr>
          <p:sp>
            <p:nvSpPr>
              <p:cNvPr id="139" name="正方形/長方形 138">
                <a:extLst>
                  <a:ext uri="{FF2B5EF4-FFF2-40B4-BE49-F238E27FC236}">
                    <a16:creationId xmlns:a16="http://schemas.microsoft.com/office/drawing/2014/main" id="{58084917-12BA-4057-9A49-07F65A5C4244}"/>
                  </a:ext>
                </a:extLst>
              </p:cNvPr>
              <p:cNvSpPr/>
              <p:nvPr/>
            </p:nvSpPr>
            <p:spPr>
              <a:xfrm>
                <a:off x="1922191" y="2419806"/>
                <a:ext cx="576000" cy="5760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kumimoji="1" lang="ja-JP" altLang="en-US" sz="5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40" name="テキスト ボックス 139"/>
              <p:cNvSpPr txBox="1"/>
              <p:nvPr/>
            </p:nvSpPr>
            <p:spPr>
              <a:xfrm>
                <a:off x="1949107" y="2499022"/>
                <a:ext cx="52770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400" dirty="0">
                    <a:solidFill>
                      <a:srgbClr val="FF0000"/>
                    </a:solidFill>
                  </a:rPr>
                  <a:t>5</a:t>
                </a:r>
                <a:r>
                  <a:rPr kumimoji="1" lang="en-US" altLang="ja-JP" sz="2400" dirty="0">
                    <a:solidFill>
                      <a:srgbClr val="FF0000"/>
                    </a:solidFill>
                  </a:rPr>
                  <a:t>0</a:t>
                </a:r>
                <a:endParaRPr kumimoji="1" lang="ja-JP" altLang="en-US" sz="2400" dirty="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3404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3C6728-4153-495A-9709-F46DD5C62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α-β</a:t>
            </a:r>
            <a:r>
              <a:rPr lang="ja-JP" altLang="en-US" dirty="0"/>
              <a:t>法</a:t>
            </a:r>
            <a:r>
              <a:rPr lang="ja-JP" altLang="en-US" sz="3200" dirty="0"/>
              <a:t>（</a:t>
            </a:r>
            <a:r>
              <a:rPr lang="en-US" altLang="ja-JP" sz="3200" dirty="0"/>
              <a:t>minimax</a:t>
            </a:r>
            <a:r>
              <a:rPr lang="ja-JP" altLang="en-US" sz="3200" dirty="0"/>
              <a:t>法における枝刈り手法）</a:t>
            </a:r>
            <a:endParaRPr kumimoji="1" lang="ja-JP" altLang="en-US" sz="3200" dirty="0"/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01A13DA0-25F4-462E-A2F1-243C628D7089}"/>
              </a:ext>
            </a:extLst>
          </p:cNvPr>
          <p:cNvSpPr/>
          <p:nvPr/>
        </p:nvSpPr>
        <p:spPr>
          <a:xfrm>
            <a:off x="7953103" y="1690690"/>
            <a:ext cx="576000" cy="576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92F5B5BF-2705-499E-919E-DAB482282B8A}"/>
              </a:ext>
            </a:extLst>
          </p:cNvPr>
          <p:cNvSpPr txBox="1"/>
          <p:nvPr/>
        </p:nvSpPr>
        <p:spPr>
          <a:xfrm>
            <a:off x="8529103" y="1794024"/>
            <a:ext cx="3055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A</a:t>
            </a:r>
            <a:r>
              <a:rPr lang="ja-JP" altLang="en-US" sz="2400" dirty="0"/>
              <a:t>の手番の状態</a:t>
            </a:r>
            <a:r>
              <a:rPr lang="en-US" altLang="ja-JP" sz="2400" dirty="0"/>
              <a:t>(max)</a:t>
            </a:r>
            <a:endParaRPr kumimoji="1" lang="ja-JP" altLang="en-US" sz="2400" dirty="0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58084917-12BA-4057-9A49-07F65A5C4244}"/>
              </a:ext>
            </a:extLst>
          </p:cNvPr>
          <p:cNvSpPr/>
          <p:nvPr/>
        </p:nvSpPr>
        <p:spPr>
          <a:xfrm>
            <a:off x="7953103" y="2411039"/>
            <a:ext cx="576000" cy="576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3569A62E-7B65-46BB-ADD7-D92BD2F273A7}"/>
              </a:ext>
            </a:extLst>
          </p:cNvPr>
          <p:cNvSpPr txBox="1"/>
          <p:nvPr/>
        </p:nvSpPr>
        <p:spPr>
          <a:xfrm>
            <a:off x="8529103" y="2514373"/>
            <a:ext cx="29995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B</a:t>
            </a:r>
            <a:r>
              <a:rPr lang="ja-JP" altLang="en-US" sz="2400" dirty="0"/>
              <a:t>の手番の状態</a:t>
            </a:r>
            <a:r>
              <a:rPr lang="en-US" altLang="ja-JP" sz="2400" dirty="0"/>
              <a:t>(min)</a:t>
            </a:r>
            <a:endParaRPr kumimoji="1" lang="ja-JP" altLang="en-US" sz="2400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0AE10B16-ABC6-4167-AA2A-452AC9226CDA}"/>
              </a:ext>
            </a:extLst>
          </p:cNvPr>
          <p:cNvSpPr txBox="1"/>
          <p:nvPr/>
        </p:nvSpPr>
        <p:spPr>
          <a:xfrm>
            <a:off x="8008272" y="3223721"/>
            <a:ext cx="36250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34988" algn="l"/>
              </a:tabLst>
            </a:pPr>
            <a:r>
              <a:rPr kumimoji="1" lang="en-US" altLang="ja-JP" sz="2400" dirty="0">
                <a:solidFill>
                  <a:srgbClr val="FF0000"/>
                </a:solidFill>
              </a:rPr>
              <a:t>50</a:t>
            </a:r>
            <a:r>
              <a:rPr kumimoji="1" lang="en-US" altLang="ja-JP" sz="2400" dirty="0"/>
              <a:t>	(A</a:t>
            </a:r>
            <a:r>
              <a:rPr kumimoji="1" lang="ja-JP" altLang="en-US" sz="2400" dirty="0"/>
              <a:t>にとっての</a:t>
            </a:r>
            <a:r>
              <a:rPr kumimoji="1" lang="en-US" altLang="ja-JP" sz="2400" dirty="0"/>
              <a:t>)</a:t>
            </a:r>
            <a:r>
              <a:rPr kumimoji="1" lang="ja-JP" altLang="en-US" sz="2400" dirty="0"/>
              <a:t>評価値</a:t>
            </a:r>
          </a:p>
        </p:txBody>
      </p:sp>
      <p:grpSp>
        <p:nvGrpSpPr>
          <p:cNvPr id="3" name="グループ化 2"/>
          <p:cNvGrpSpPr/>
          <p:nvPr/>
        </p:nvGrpSpPr>
        <p:grpSpPr>
          <a:xfrm>
            <a:off x="4113306" y="4155054"/>
            <a:ext cx="812193" cy="558958"/>
            <a:chOff x="4671803" y="3225817"/>
            <a:chExt cx="2301835" cy="1446841"/>
          </a:xfrm>
        </p:grpSpPr>
        <p:cxnSp>
          <p:nvCxnSpPr>
            <p:cNvPr id="29" name="直線コネクタ 28"/>
            <p:cNvCxnSpPr/>
            <p:nvPr/>
          </p:nvCxnSpPr>
          <p:spPr>
            <a:xfrm flipV="1">
              <a:off x="5814469" y="3225817"/>
              <a:ext cx="6481" cy="14425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コネクタ 29"/>
            <p:cNvCxnSpPr/>
            <p:nvPr/>
          </p:nvCxnSpPr>
          <p:spPr>
            <a:xfrm flipV="1">
              <a:off x="4671803" y="3232185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コネクタ 30"/>
            <p:cNvCxnSpPr/>
            <p:nvPr/>
          </p:nvCxnSpPr>
          <p:spPr>
            <a:xfrm flipH="1" flipV="1">
              <a:off x="5824490" y="3237593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グループ化 32"/>
          <p:cNvGrpSpPr/>
          <p:nvPr/>
        </p:nvGrpSpPr>
        <p:grpSpPr>
          <a:xfrm>
            <a:off x="5253731" y="4154230"/>
            <a:ext cx="812193" cy="558958"/>
            <a:chOff x="4671803" y="3225817"/>
            <a:chExt cx="2301835" cy="1446841"/>
          </a:xfrm>
        </p:grpSpPr>
        <p:cxnSp>
          <p:nvCxnSpPr>
            <p:cNvPr id="34" name="直線コネクタ 33"/>
            <p:cNvCxnSpPr/>
            <p:nvPr/>
          </p:nvCxnSpPr>
          <p:spPr>
            <a:xfrm flipV="1">
              <a:off x="5814469" y="3225817"/>
              <a:ext cx="6481" cy="14425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コネクタ 36"/>
            <p:cNvCxnSpPr/>
            <p:nvPr/>
          </p:nvCxnSpPr>
          <p:spPr>
            <a:xfrm flipV="1">
              <a:off x="4671803" y="3232185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コネクタ 37"/>
            <p:cNvCxnSpPr/>
            <p:nvPr/>
          </p:nvCxnSpPr>
          <p:spPr>
            <a:xfrm flipH="1" flipV="1">
              <a:off x="5824490" y="3237593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グループ化 38"/>
          <p:cNvGrpSpPr/>
          <p:nvPr/>
        </p:nvGrpSpPr>
        <p:grpSpPr>
          <a:xfrm>
            <a:off x="6407844" y="4159603"/>
            <a:ext cx="812193" cy="558958"/>
            <a:chOff x="4671803" y="3225817"/>
            <a:chExt cx="2301835" cy="1446841"/>
          </a:xfrm>
        </p:grpSpPr>
        <p:cxnSp>
          <p:nvCxnSpPr>
            <p:cNvPr id="40" name="直線コネクタ 39"/>
            <p:cNvCxnSpPr/>
            <p:nvPr/>
          </p:nvCxnSpPr>
          <p:spPr>
            <a:xfrm flipV="1">
              <a:off x="5814469" y="3225817"/>
              <a:ext cx="6481" cy="14425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コネクタ 40"/>
            <p:cNvCxnSpPr/>
            <p:nvPr/>
          </p:nvCxnSpPr>
          <p:spPr>
            <a:xfrm flipV="1">
              <a:off x="4671803" y="3232185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コネクタ 41"/>
            <p:cNvCxnSpPr/>
            <p:nvPr/>
          </p:nvCxnSpPr>
          <p:spPr>
            <a:xfrm flipH="1" flipV="1">
              <a:off x="5824490" y="3237593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グループ化 42"/>
          <p:cNvGrpSpPr/>
          <p:nvPr/>
        </p:nvGrpSpPr>
        <p:grpSpPr>
          <a:xfrm>
            <a:off x="941688" y="4146533"/>
            <a:ext cx="812193" cy="558958"/>
            <a:chOff x="4671803" y="3225817"/>
            <a:chExt cx="2301835" cy="1446841"/>
          </a:xfrm>
        </p:grpSpPr>
        <p:cxnSp>
          <p:nvCxnSpPr>
            <p:cNvPr id="44" name="直線コネクタ 43"/>
            <p:cNvCxnSpPr/>
            <p:nvPr/>
          </p:nvCxnSpPr>
          <p:spPr>
            <a:xfrm flipV="1">
              <a:off x="5814469" y="3225817"/>
              <a:ext cx="6481" cy="14425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コネクタ 47"/>
            <p:cNvCxnSpPr/>
            <p:nvPr/>
          </p:nvCxnSpPr>
          <p:spPr>
            <a:xfrm flipV="1">
              <a:off x="4671803" y="3232185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コネクタ 48"/>
            <p:cNvCxnSpPr/>
            <p:nvPr/>
          </p:nvCxnSpPr>
          <p:spPr>
            <a:xfrm flipH="1" flipV="1">
              <a:off x="5824490" y="3237593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グループ化 49"/>
          <p:cNvGrpSpPr/>
          <p:nvPr/>
        </p:nvGrpSpPr>
        <p:grpSpPr>
          <a:xfrm>
            <a:off x="1516094" y="5604751"/>
            <a:ext cx="812193" cy="558958"/>
            <a:chOff x="4671803" y="3225817"/>
            <a:chExt cx="2301835" cy="1446841"/>
          </a:xfrm>
        </p:grpSpPr>
        <p:cxnSp>
          <p:nvCxnSpPr>
            <p:cNvPr id="51" name="直線コネクタ 50"/>
            <p:cNvCxnSpPr/>
            <p:nvPr/>
          </p:nvCxnSpPr>
          <p:spPr>
            <a:xfrm flipV="1">
              <a:off x="5814469" y="3225817"/>
              <a:ext cx="6481" cy="14425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コネクタ 52"/>
            <p:cNvCxnSpPr/>
            <p:nvPr/>
          </p:nvCxnSpPr>
          <p:spPr>
            <a:xfrm flipV="1">
              <a:off x="4671803" y="3232185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コネクタ 54"/>
            <p:cNvCxnSpPr/>
            <p:nvPr/>
          </p:nvCxnSpPr>
          <p:spPr>
            <a:xfrm flipH="1" flipV="1">
              <a:off x="5824490" y="3237593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グループ化 55"/>
          <p:cNvGrpSpPr/>
          <p:nvPr/>
        </p:nvGrpSpPr>
        <p:grpSpPr>
          <a:xfrm>
            <a:off x="2656519" y="5603927"/>
            <a:ext cx="812193" cy="558958"/>
            <a:chOff x="4671803" y="3225817"/>
            <a:chExt cx="2301835" cy="1446841"/>
          </a:xfrm>
        </p:grpSpPr>
        <p:cxnSp>
          <p:nvCxnSpPr>
            <p:cNvPr id="57" name="直線コネクタ 56"/>
            <p:cNvCxnSpPr/>
            <p:nvPr/>
          </p:nvCxnSpPr>
          <p:spPr>
            <a:xfrm flipV="1">
              <a:off x="5814469" y="3225817"/>
              <a:ext cx="6481" cy="14425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コネクタ 57"/>
            <p:cNvCxnSpPr/>
            <p:nvPr/>
          </p:nvCxnSpPr>
          <p:spPr>
            <a:xfrm flipV="1">
              <a:off x="4671803" y="3232185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コネクタ 58"/>
            <p:cNvCxnSpPr/>
            <p:nvPr/>
          </p:nvCxnSpPr>
          <p:spPr>
            <a:xfrm flipH="1" flipV="1">
              <a:off x="5824490" y="3237593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グループ化 59"/>
          <p:cNvGrpSpPr/>
          <p:nvPr/>
        </p:nvGrpSpPr>
        <p:grpSpPr>
          <a:xfrm>
            <a:off x="3810632" y="5609300"/>
            <a:ext cx="812193" cy="558958"/>
            <a:chOff x="4671803" y="3225817"/>
            <a:chExt cx="2301835" cy="1446841"/>
          </a:xfrm>
        </p:grpSpPr>
        <p:cxnSp>
          <p:nvCxnSpPr>
            <p:cNvPr id="61" name="直線コネクタ 60"/>
            <p:cNvCxnSpPr/>
            <p:nvPr/>
          </p:nvCxnSpPr>
          <p:spPr>
            <a:xfrm flipV="1">
              <a:off x="5814469" y="3225817"/>
              <a:ext cx="6481" cy="14425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コネクタ 61"/>
            <p:cNvCxnSpPr/>
            <p:nvPr/>
          </p:nvCxnSpPr>
          <p:spPr>
            <a:xfrm flipV="1">
              <a:off x="4671803" y="3232185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コネクタ 62"/>
            <p:cNvCxnSpPr/>
            <p:nvPr/>
          </p:nvCxnSpPr>
          <p:spPr>
            <a:xfrm flipH="1" flipV="1">
              <a:off x="5824490" y="3237593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線コネクタ 14"/>
          <p:cNvCxnSpPr/>
          <p:nvPr/>
        </p:nvCxnSpPr>
        <p:spPr>
          <a:xfrm flipV="1">
            <a:off x="1333500" y="2705100"/>
            <a:ext cx="880528" cy="1447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コネクタ 86"/>
          <p:cNvCxnSpPr/>
          <p:nvPr/>
        </p:nvCxnSpPr>
        <p:spPr>
          <a:xfrm flipH="1" flipV="1">
            <a:off x="2203178" y="2705100"/>
            <a:ext cx="880528" cy="1447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/>
          <p:cNvCxnSpPr/>
          <p:nvPr/>
        </p:nvCxnSpPr>
        <p:spPr>
          <a:xfrm flipV="1">
            <a:off x="3068366" y="4146533"/>
            <a:ext cx="6481" cy="14425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コネクタ 88"/>
          <p:cNvCxnSpPr/>
          <p:nvPr/>
        </p:nvCxnSpPr>
        <p:spPr>
          <a:xfrm flipV="1">
            <a:off x="1925700" y="4152901"/>
            <a:ext cx="1149148" cy="14350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コネクタ 89"/>
          <p:cNvCxnSpPr/>
          <p:nvPr/>
        </p:nvCxnSpPr>
        <p:spPr>
          <a:xfrm flipH="1" flipV="1">
            <a:off x="3078387" y="4158309"/>
            <a:ext cx="1149148" cy="14350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コネクタ 90"/>
          <p:cNvCxnSpPr/>
          <p:nvPr/>
        </p:nvCxnSpPr>
        <p:spPr>
          <a:xfrm flipV="1">
            <a:off x="5662069" y="2711467"/>
            <a:ext cx="6481" cy="14425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/>
          <p:cNvCxnSpPr/>
          <p:nvPr/>
        </p:nvCxnSpPr>
        <p:spPr>
          <a:xfrm flipV="1">
            <a:off x="4519403" y="2717835"/>
            <a:ext cx="1149148" cy="14350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コネクタ 92"/>
          <p:cNvCxnSpPr/>
          <p:nvPr/>
        </p:nvCxnSpPr>
        <p:spPr>
          <a:xfrm flipH="1" flipV="1">
            <a:off x="5672090" y="2723243"/>
            <a:ext cx="1149148" cy="14350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グループ化 3"/>
          <p:cNvGrpSpPr/>
          <p:nvPr/>
        </p:nvGrpSpPr>
        <p:grpSpPr>
          <a:xfrm>
            <a:off x="2210469" y="1622424"/>
            <a:ext cx="3468513" cy="1121963"/>
            <a:chOff x="2210469" y="1273181"/>
            <a:chExt cx="3468513" cy="1471207"/>
          </a:xfrm>
        </p:grpSpPr>
        <p:cxnSp>
          <p:nvCxnSpPr>
            <p:cNvPr id="94" name="直線コネクタ 93"/>
            <p:cNvCxnSpPr/>
            <p:nvPr/>
          </p:nvCxnSpPr>
          <p:spPr>
            <a:xfrm flipV="1">
              <a:off x="2210469" y="1273181"/>
              <a:ext cx="1744250" cy="14612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コネクタ 94"/>
            <p:cNvCxnSpPr/>
            <p:nvPr/>
          </p:nvCxnSpPr>
          <p:spPr>
            <a:xfrm flipH="1" flipV="1">
              <a:off x="3934732" y="1283116"/>
              <a:ext cx="1744250" cy="14612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楕円 51">
            <a:extLst>
              <a:ext uri="{FF2B5EF4-FFF2-40B4-BE49-F238E27FC236}">
                <a16:creationId xmlns:a16="http://schemas.microsoft.com/office/drawing/2014/main" id="{01A13DA0-25F4-462E-A2F1-243C628D7089}"/>
              </a:ext>
            </a:extLst>
          </p:cNvPr>
          <p:cNvSpPr/>
          <p:nvPr/>
        </p:nvSpPr>
        <p:spPr>
          <a:xfrm>
            <a:off x="3647010" y="1343029"/>
            <a:ext cx="576000" cy="576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01A13DA0-25F4-462E-A2F1-243C628D7089}"/>
              </a:ext>
            </a:extLst>
          </p:cNvPr>
          <p:cNvSpPr/>
          <p:nvPr/>
        </p:nvSpPr>
        <p:spPr>
          <a:xfrm>
            <a:off x="1057003" y="3858533"/>
            <a:ext cx="576000" cy="576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74" name="楕円 73">
            <a:extLst>
              <a:ext uri="{FF2B5EF4-FFF2-40B4-BE49-F238E27FC236}">
                <a16:creationId xmlns:a16="http://schemas.microsoft.com/office/drawing/2014/main" id="{01A13DA0-25F4-462E-A2F1-243C628D7089}"/>
              </a:ext>
            </a:extLst>
          </p:cNvPr>
          <p:cNvSpPr/>
          <p:nvPr/>
        </p:nvSpPr>
        <p:spPr>
          <a:xfrm>
            <a:off x="2788834" y="3858533"/>
            <a:ext cx="576000" cy="576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79" name="楕円 78">
            <a:extLst>
              <a:ext uri="{FF2B5EF4-FFF2-40B4-BE49-F238E27FC236}">
                <a16:creationId xmlns:a16="http://schemas.microsoft.com/office/drawing/2014/main" id="{01A13DA0-25F4-462E-A2F1-243C628D7089}"/>
              </a:ext>
            </a:extLst>
          </p:cNvPr>
          <p:cNvSpPr/>
          <p:nvPr/>
        </p:nvSpPr>
        <p:spPr>
          <a:xfrm>
            <a:off x="4225653" y="3858533"/>
            <a:ext cx="576000" cy="576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80" name="楕円 79">
            <a:extLst>
              <a:ext uri="{FF2B5EF4-FFF2-40B4-BE49-F238E27FC236}">
                <a16:creationId xmlns:a16="http://schemas.microsoft.com/office/drawing/2014/main" id="{01A13DA0-25F4-462E-A2F1-243C628D7089}"/>
              </a:ext>
            </a:extLst>
          </p:cNvPr>
          <p:cNvSpPr/>
          <p:nvPr/>
        </p:nvSpPr>
        <p:spPr>
          <a:xfrm>
            <a:off x="5371828" y="3858533"/>
            <a:ext cx="576000" cy="576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81" name="楕円 80">
            <a:extLst>
              <a:ext uri="{FF2B5EF4-FFF2-40B4-BE49-F238E27FC236}">
                <a16:creationId xmlns:a16="http://schemas.microsoft.com/office/drawing/2014/main" id="{01A13DA0-25F4-462E-A2F1-243C628D7089}"/>
              </a:ext>
            </a:extLst>
          </p:cNvPr>
          <p:cNvSpPr/>
          <p:nvPr/>
        </p:nvSpPr>
        <p:spPr>
          <a:xfrm>
            <a:off x="6525941" y="3858533"/>
            <a:ext cx="576000" cy="576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58084917-12BA-4057-9A49-07F65A5C4244}"/>
              </a:ext>
            </a:extLst>
          </p:cNvPr>
          <p:cNvSpPr/>
          <p:nvPr/>
        </p:nvSpPr>
        <p:spPr>
          <a:xfrm>
            <a:off x="5371828" y="2419806"/>
            <a:ext cx="576000" cy="576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58084917-12BA-4057-9A49-07F65A5C4244}"/>
              </a:ext>
            </a:extLst>
          </p:cNvPr>
          <p:cNvSpPr/>
          <p:nvPr/>
        </p:nvSpPr>
        <p:spPr>
          <a:xfrm>
            <a:off x="1638028" y="5301108"/>
            <a:ext cx="576000" cy="576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58084917-12BA-4057-9A49-07F65A5C4244}"/>
              </a:ext>
            </a:extLst>
          </p:cNvPr>
          <p:cNvSpPr/>
          <p:nvPr/>
        </p:nvSpPr>
        <p:spPr>
          <a:xfrm>
            <a:off x="2786519" y="5297261"/>
            <a:ext cx="576000" cy="58369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58084917-12BA-4057-9A49-07F65A5C4244}"/>
              </a:ext>
            </a:extLst>
          </p:cNvPr>
          <p:cNvSpPr/>
          <p:nvPr/>
        </p:nvSpPr>
        <p:spPr>
          <a:xfrm>
            <a:off x="3935010" y="5297261"/>
            <a:ext cx="576000" cy="58369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64" name="テキスト ボックス 63"/>
          <p:cNvSpPr txBox="1"/>
          <p:nvPr/>
        </p:nvSpPr>
        <p:spPr>
          <a:xfrm>
            <a:off x="1081014" y="3937308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400" dirty="0">
                <a:solidFill>
                  <a:srgbClr val="FF0000"/>
                </a:solidFill>
              </a:rPr>
              <a:t>5</a:t>
            </a:r>
            <a:r>
              <a:rPr kumimoji="1" lang="en-US" altLang="ja-JP" sz="2400" dirty="0">
                <a:solidFill>
                  <a:srgbClr val="FF0000"/>
                </a:solidFill>
              </a:rPr>
              <a:t>0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65" name="テキスト ボックス 64"/>
          <p:cNvSpPr txBox="1"/>
          <p:nvPr/>
        </p:nvSpPr>
        <p:spPr>
          <a:xfrm>
            <a:off x="1652106" y="5378889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>
                <a:solidFill>
                  <a:srgbClr val="FF0000"/>
                </a:solidFill>
              </a:rPr>
              <a:t>40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66" name="テキスト ボックス 65"/>
          <p:cNvSpPr txBox="1"/>
          <p:nvPr/>
        </p:nvSpPr>
        <p:spPr>
          <a:xfrm>
            <a:off x="2798154" y="5378889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400" dirty="0">
                <a:solidFill>
                  <a:srgbClr val="FF0000"/>
                </a:solidFill>
              </a:rPr>
              <a:t>6</a:t>
            </a:r>
            <a:r>
              <a:rPr kumimoji="1" lang="en-US" altLang="ja-JP" sz="2400" dirty="0">
                <a:solidFill>
                  <a:srgbClr val="FF0000"/>
                </a:solidFill>
              </a:rPr>
              <a:t>0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68" name="テキスト ボックス 67"/>
          <p:cNvSpPr txBox="1"/>
          <p:nvPr/>
        </p:nvSpPr>
        <p:spPr>
          <a:xfrm>
            <a:off x="4254005" y="3937308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400" dirty="0">
                <a:solidFill>
                  <a:srgbClr val="FF0000"/>
                </a:solidFill>
              </a:rPr>
              <a:t>6</a:t>
            </a:r>
            <a:r>
              <a:rPr kumimoji="1" lang="en-US" altLang="ja-JP" sz="2400" dirty="0">
                <a:solidFill>
                  <a:srgbClr val="FF0000"/>
                </a:solidFill>
              </a:rPr>
              <a:t>0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grpSp>
        <p:nvGrpSpPr>
          <p:cNvPr id="10" name="グループ化 9"/>
          <p:cNvGrpSpPr/>
          <p:nvPr/>
        </p:nvGrpSpPr>
        <p:grpSpPr>
          <a:xfrm>
            <a:off x="2688052" y="3942268"/>
            <a:ext cx="739305" cy="1248857"/>
            <a:chOff x="2688052" y="3942268"/>
            <a:chExt cx="739305" cy="1248857"/>
          </a:xfrm>
        </p:grpSpPr>
        <p:sp>
          <p:nvSpPr>
            <p:cNvPr id="75" name="テキスト ボックス 74"/>
            <p:cNvSpPr txBox="1"/>
            <p:nvPr/>
          </p:nvSpPr>
          <p:spPr>
            <a:xfrm>
              <a:off x="2688052" y="3942268"/>
              <a:ext cx="73930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spc="-250" dirty="0">
                  <a:solidFill>
                    <a:srgbClr val="FF0000"/>
                  </a:solidFill>
                </a:rPr>
                <a:t>≧</a:t>
              </a:r>
              <a:r>
                <a:rPr lang="en-US" altLang="ja-JP" sz="2400" spc="-250" dirty="0">
                  <a:solidFill>
                    <a:srgbClr val="FF0000"/>
                  </a:solidFill>
                </a:rPr>
                <a:t>6</a:t>
              </a:r>
              <a:r>
                <a:rPr kumimoji="1" lang="en-US" altLang="ja-JP" sz="2400" spc="-250" dirty="0">
                  <a:solidFill>
                    <a:srgbClr val="FF0000"/>
                  </a:solidFill>
                </a:rPr>
                <a:t>0</a:t>
              </a:r>
              <a:endParaRPr kumimoji="1" lang="ja-JP" altLang="en-US" sz="2400" spc="-250" dirty="0">
                <a:solidFill>
                  <a:srgbClr val="FF0000"/>
                </a:solidFill>
              </a:endParaRPr>
            </a:p>
          </p:txBody>
        </p:sp>
        <p:cxnSp>
          <p:nvCxnSpPr>
            <p:cNvPr id="106" name="直線矢印コネクタ 105">
              <a:extLst>
                <a:ext uri="{FF2B5EF4-FFF2-40B4-BE49-F238E27FC236}">
                  <a16:creationId xmlns:a16="http://schemas.microsoft.com/office/drawing/2014/main" id="{3B4D31B6-3078-478A-8A1C-05439951DC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62275" y="4514851"/>
              <a:ext cx="9525" cy="67627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8" name="直線矢印コネクタ 77">
            <a:extLst>
              <a:ext uri="{FF2B5EF4-FFF2-40B4-BE49-F238E27FC236}">
                <a16:creationId xmlns:a16="http://schemas.microsoft.com/office/drawing/2014/main" id="{3B4D31B6-3078-478A-8A1C-05439951DC08}"/>
              </a:ext>
            </a:extLst>
          </p:cNvPr>
          <p:cNvCxnSpPr>
            <a:cxnSpLocks/>
          </p:cNvCxnSpPr>
          <p:nvPr/>
        </p:nvCxnSpPr>
        <p:spPr>
          <a:xfrm flipH="1" flipV="1">
            <a:off x="2517241" y="3059934"/>
            <a:ext cx="464084" cy="71560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0801520B-72C5-4D9D-B68D-D57C4AB4A787}"/>
              </a:ext>
            </a:extLst>
          </p:cNvPr>
          <p:cNvSpPr txBox="1"/>
          <p:nvPr/>
        </p:nvSpPr>
        <p:spPr>
          <a:xfrm>
            <a:off x="2465757" y="253741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rgbClr val="FF0000"/>
                </a:solidFill>
              </a:rPr>
              <a:t>確定</a:t>
            </a:r>
          </a:p>
        </p:txBody>
      </p:sp>
      <p:grpSp>
        <p:nvGrpSpPr>
          <p:cNvPr id="11" name="グループ化 10"/>
          <p:cNvGrpSpPr/>
          <p:nvPr/>
        </p:nvGrpSpPr>
        <p:grpSpPr>
          <a:xfrm>
            <a:off x="1922191" y="2419806"/>
            <a:ext cx="576000" cy="576000"/>
            <a:chOff x="1922191" y="2419806"/>
            <a:chExt cx="576000" cy="576000"/>
          </a:xfrm>
        </p:grpSpPr>
        <p:sp>
          <p:nvSpPr>
            <p:cNvPr id="82" name="正方形/長方形 81">
              <a:extLst>
                <a:ext uri="{FF2B5EF4-FFF2-40B4-BE49-F238E27FC236}">
                  <a16:creationId xmlns:a16="http://schemas.microsoft.com/office/drawing/2014/main" id="{58084917-12BA-4057-9A49-07F65A5C4244}"/>
                </a:ext>
              </a:extLst>
            </p:cNvPr>
            <p:cNvSpPr/>
            <p:nvPr/>
          </p:nvSpPr>
          <p:spPr>
            <a:xfrm>
              <a:off x="1922191" y="2419806"/>
              <a:ext cx="576000" cy="576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kumimoji="1" lang="ja-JP" altLang="en-US" sz="5400" dirty="0">
                <a:solidFill>
                  <a:srgbClr val="FF0000"/>
                </a:solidFill>
              </a:endParaRPr>
            </a:p>
          </p:txBody>
        </p:sp>
        <p:sp>
          <p:nvSpPr>
            <p:cNvPr id="98" name="テキスト ボックス 97"/>
            <p:cNvSpPr txBox="1"/>
            <p:nvPr/>
          </p:nvSpPr>
          <p:spPr>
            <a:xfrm>
              <a:off x="1949107" y="2499022"/>
              <a:ext cx="5277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>
                  <a:solidFill>
                    <a:srgbClr val="FF0000"/>
                  </a:solidFill>
                </a:rPr>
                <a:t>5</a:t>
              </a:r>
              <a:r>
                <a:rPr kumimoji="1" lang="en-US" altLang="ja-JP" sz="2400" dirty="0">
                  <a:solidFill>
                    <a:srgbClr val="FF0000"/>
                  </a:solidFill>
                </a:rPr>
                <a:t>0</a:t>
              </a:r>
              <a:endParaRPr kumimoji="1" lang="ja-JP" altLang="en-US" sz="24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7" name="グループ化 26"/>
          <p:cNvGrpSpPr/>
          <p:nvPr/>
        </p:nvGrpSpPr>
        <p:grpSpPr>
          <a:xfrm>
            <a:off x="3265976" y="2768250"/>
            <a:ext cx="2706606" cy="3577870"/>
            <a:chOff x="3265976" y="2768250"/>
            <a:chExt cx="2706606" cy="3577870"/>
          </a:xfrm>
        </p:grpSpPr>
        <p:sp>
          <p:nvSpPr>
            <p:cNvPr id="14" name="フリーフォーム 13"/>
            <p:cNvSpPr/>
            <p:nvPr/>
          </p:nvSpPr>
          <p:spPr>
            <a:xfrm>
              <a:off x="3425405" y="4758621"/>
              <a:ext cx="1720568" cy="1587499"/>
            </a:xfrm>
            <a:custGeom>
              <a:avLst/>
              <a:gdLst>
                <a:gd name="connsiteX0" fmla="*/ 134772 w 1411308"/>
                <a:gd name="connsiteY0" fmla="*/ 1186512 h 1362087"/>
                <a:gd name="connsiteX1" fmla="*/ 125247 w 1411308"/>
                <a:gd name="connsiteY1" fmla="*/ 357837 h 1362087"/>
                <a:gd name="connsiteX2" fmla="*/ 944397 w 1411308"/>
                <a:gd name="connsiteY2" fmla="*/ 43512 h 1362087"/>
                <a:gd name="connsiteX3" fmla="*/ 1382547 w 1411308"/>
                <a:gd name="connsiteY3" fmla="*/ 1262712 h 1362087"/>
                <a:gd name="connsiteX4" fmla="*/ 134772 w 1411308"/>
                <a:gd name="connsiteY4" fmla="*/ 1186512 h 1362087"/>
                <a:gd name="connsiteX0" fmla="*/ 174417 w 1361184"/>
                <a:gd name="connsiteY0" fmla="*/ 1283355 h 1407855"/>
                <a:gd name="connsiteX1" fmla="*/ 79167 w 1361184"/>
                <a:gd name="connsiteY1" fmla="*/ 359430 h 1407855"/>
                <a:gd name="connsiteX2" fmla="*/ 898317 w 1361184"/>
                <a:gd name="connsiteY2" fmla="*/ 45105 h 1407855"/>
                <a:gd name="connsiteX3" fmla="*/ 1336467 w 1361184"/>
                <a:gd name="connsiteY3" fmla="*/ 1264305 h 1407855"/>
                <a:gd name="connsiteX4" fmla="*/ 174417 w 1361184"/>
                <a:gd name="connsiteY4" fmla="*/ 1283355 h 1407855"/>
                <a:gd name="connsiteX0" fmla="*/ 142472 w 1329239"/>
                <a:gd name="connsiteY0" fmla="*/ 1283355 h 1422164"/>
                <a:gd name="connsiteX1" fmla="*/ 47222 w 1329239"/>
                <a:gd name="connsiteY1" fmla="*/ 359430 h 1422164"/>
                <a:gd name="connsiteX2" fmla="*/ 866372 w 1329239"/>
                <a:gd name="connsiteY2" fmla="*/ 45105 h 1422164"/>
                <a:gd name="connsiteX3" fmla="*/ 1304522 w 1329239"/>
                <a:gd name="connsiteY3" fmla="*/ 1264305 h 1422164"/>
                <a:gd name="connsiteX4" fmla="*/ 142472 w 1329239"/>
                <a:gd name="connsiteY4" fmla="*/ 1283355 h 1422164"/>
                <a:gd name="connsiteX0" fmla="*/ 174416 w 1361183"/>
                <a:gd name="connsiteY0" fmla="*/ 1283355 h 1388017"/>
                <a:gd name="connsiteX1" fmla="*/ 79166 w 1361183"/>
                <a:gd name="connsiteY1" fmla="*/ 359430 h 1388017"/>
                <a:gd name="connsiteX2" fmla="*/ 898316 w 1361183"/>
                <a:gd name="connsiteY2" fmla="*/ 45105 h 1388017"/>
                <a:gd name="connsiteX3" fmla="*/ 1336466 w 1361183"/>
                <a:gd name="connsiteY3" fmla="*/ 1264305 h 1388017"/>
                <a:gd name="connsiteX4" fmla="*/ 174416 w 1361183"/>
                <a:gd name="connsiteY4" fmla="*/ 1283355 h 1388017"/>
                <a:gd name="connsiteX0" fmla="*/ 131897 w 1318664"/>
                <a:gd name="connsiteY0" fmla="*/ 1283355 h 1360854"/>
                <a:gd name="connsiteX1" fmla="*/ 36647 w 1318664"/>
                <a:gd name="connsiteY1" fmla="*/ 359430 h 1360854"/>
                <a:gd name="connsiteX2" fmla="*/ 855797 w 1318664"/>
                <a:gd name="connsiteY2" fmla="*/ 45105 h 1360854"/>
                <a:gd name="connsiteX3" fmla="*/ 1293947 w 1318664"/>
                <a:gd name="connsiteY3" fmla="*/ 1264305 h 1360854"/>
                <a:gd name="connsiteX4" fmla="*/ 131897 w 1318664"/>
                <a:gd name="connsiteY4" fmla="*/ 1283355 h 1360854"/>
                <a:gd name="connsiteX0" fmla="*/ 131897 w 1294049"/>
                <a:gd name="connsiteY0" fmla="*/ 1283355 h 1283357"/>
                <a:gd name="connsiteX1" fmla="*/ 36647 w 1294049"/>
                <a:gd name="connsiteY1" fmla="*/ 359430 h 1283357"/>
                <a:gd name="connsiteX2" fmla="*/ 855797 w 1294049"/>
                <a:gd name="connsiteY2" fmla="*/ 45105 h 1283357"/>
                <a:gd name="connsiteX3" fmla="*/ 1293947 w 1294049"/>
                <a:gd name="connsiteY3" fmla="*/ 1264305 h 1283357"/>
                <a:gd name="connsiteX4" fmla="*/ 131897 w 1294049"/>
                <a:gd name="connsiteY4" fmla="*/ 1283355 h 1283357"/>
                <a:gd name="connsiteX0" fmla="*/ 182530 w 1497089"/>
                <a:gd name="connsiteY0" fmla="*/ 1283355 h 1350051"/>
                <a:gd name="connsiteX1" fmla="*/ 87280 w 1497089"/>
                <a:gd name="connsiteY1" fmla="*/ 359430 h 1350051"/>
                <a:gd name="connsiteX2" fmla="*/ 906430 w 1497089"/>
                <a:gd name="connsiteY2" fmla="*/ 45105 h 1350051"/>
                <a:gd name="connsiteX3" fmla="*/ 1496980 w 1497089"/>
                <a:gd name="connsiteY3" fmla="*/ 1273830 h 1350051"/>
                <a:gd name="connsiteX4" fmla="*/ 182530 w 1497089"/>
                <a:gd name="connsiteY4" fmla="*/ 1283355 h 1350051"/>
                <a:gd name="connsiteX0" fmla="*/ 132619 w 1447160"/>
                <a:gd name="connsiteY0" fmla="*/ 1283355 h 1286780"/>
                <a:gd name="connsiteX1" fmla="*/ 37369 w 1447160"/>
                <a:gd name="connsiteY1" fmla="*/ 359430 h 1286780"/>
                <a:gd name="connsiteX2" fmla="*/ 856519 w 1447160"/>
                <a:gd name="connsiteY2" fmla="*/ 45105 h 1286780"/>
                <a:gd name="connsiteX3" fmla="*/ 1447069 w 1447160"/>
                <a:gd name="connsiteY3" fmla="*/ 1273830 h 1286780"/>
                <a:gd name="connsiteX4" fmla="*/ 132619 w 1447160"/>
                <a:gd name="connsiteY4" fmla="*/ 1283355 h 1286780"/>
                <a:gd name="connsiteX0" fmla="*/ 176542 w 1491101"/>
                <a:gd name="connsiteY0" fmla="*/ 1271961 h 1328783"/>
                <a:gd name="connsiteX1" fmla="*/ 90817 w 1491101"/>
                <a:gd name="connsiteY1" fmla="*/ 481386 h 1328783"/>
                <a:gd name="connsiteX2" fmla="*/ 900442 w 1491101"/>
                <a:gd name="connsiteY2" fmla="*/ 33711 h 1328783"/>
                <a:gd name="connsiteX3" fmla="*/ 1490992 w 1491101"/>
                <a:gd name="connsiteY3" fmla="*/ 1262436 h 1328783"/>
                <a:gd name="connsiteX4" fmla="*/ 176542 w 1491101"/>
                <a:gd name="connsiteY4" fmla="*/ 1271961 h 1328783"/>
                <a:gd name="connsiteX0" fmla="*/ 178470 w 1513583"/>
                <a:gd name="connsiteY0" fmla="*/ 1182817 h 1298800"/>
                <a:gd name="connsiteX1" fmla="*/ 92745 w 1513583"/>
                <a:gd name="connsiteY1" fmla="*/ 392242 h 1298800"/>
                <a:gd name="connsiteX2" fmla="*/ 930945 w 1513583"/>
                <a:gd name="connsiteY2" fmla="*/ 39817 h 1298800"/>
                <a:gd name="connsiteX3" fmla="*/ 1492920 w 1513583"/>
                <a:gd name="connsiteY3" fmla="*/ 1173292 h 1298800"/>
                <a:gd name="connsiteX4" fmla="*/ 178470 w 1513583"/>
                <a:gd name="connsiteY4" fmla="*/ 1182817 h 1298800"/>
                <a:gd name="connsiteX0" fmla="*/ 190668 w 1525781"/>
                <a:gd name="connsiteY0" fmla="*/ 1318575 h 1461072"/>
                <a:gd name="connsiteX1" fmla="*/ 85893 w 1525781"/>
                <a:gd name="connsiteY1" fmla="*/ 99375 h 1461072"/>
                <a:gd name="connsiteX2" fmla="*/ 943143 w 1525781"/>
                <a:gd name="connsiteY2" fmla="*/ 175575 h 1461072"/>
                <a:gd name="connsiteX3" fmla="*/ 1505118 w 1525781"/>
                <a:gd name="connsiteY3" fmla="*/ 1309050 h 1461072"/>
                <a:gd name="connsiteX4" fmla="*/ 190668 w 1525781"/>
                <a:gd name="connsiteY4" fmla="*/ 1318575 h 1461072"/>
                <a:gd name="connsiteX0" fmla="*/ 182078 w 1509052"/>
                <a:gd name="connsiteY0" fmla="*/ 1373465 h 1522916"/>
                <a:gd name="connsiteX1" fmla="*/ 77303 w 1509052"/>
                <a:gd name="connsiteY1" fmla="*/ 154265 h 1522916"/>
                <a:gd name="connsiteX2" fmla="*/ 810728 w 1509052"/>
                <a:gd name="connsiteY2" fmla="*/ 116165 h 1522916"/>
                <a:gd name="connsiteX3" fmla="*/ 1496528 w 1509052"/>
                <a:gd name="connsiteY3" fmla="*/ 1363940 h 1522916"/>
                <a:gd name="connsiteX4" fmla="*/ 182078 w 1509052"/>
                <a:gd name="connsiteY4" fmla="*/ 1373465 h 1522916"/>
                <a:gd name="connsiteX0" fmla="*/ 172975 w 1494225"/>
                <a:gd name="connsiteY0" fmla="*/ 1368029 h 1516894"/>
                <a:gd name="connsiteX1" fmla="*/ 68200 w 1494225"/>
                <a:gd name="connsiteY1" fmla="*/ 148829 h 1516894"/>
                <a:gd name="connsiteX2" fmla="*/ 668275 w 1494225"/>
                <a:gd name="connsiteY2" fmla="*/ 120254 h 1516894"/>
                <a:gd name="connsiteX3" fmla="*/ 1487425 w 1494225"/>
                <a:gd name="connsiteY3" fmla="*/ 1358504 h 1516894"/>
                <a:gd name="connsiteX4" fmla="*/ 172975 w 1494225"/>
                <a:gd name="connsiteY4" fmla="*/ 1368029 h 1516894"/>
                <a:gd name="connsiteX0" fmla="*/ 190003 w 1524366"/>
                <a:gd name="connsiteY0" fmla="*/ 1352674 h 1499786"/>
                <a:gd name="connsiteX1" fmla="*/ 85228 w 1524366"/>
                <a:gd name="connsiteY1" fmla="*/ 133474 h 1499786"/>
                <a:gd name="connsiteX2" fmla="*/ 932953 w 1524366"/>
                <a:gd name="connsiteY2" fmla="*/ 133474 h 1499786"/>
                <a:gd name="connsiteX3" fmla="*/ 1504453 w 1524366"/>
                <a:gd name="connsiteY3" fmla="*/ 1343149 h 1499786"/>
                <a:gd name="connsiteX4" fmla="*/ 190003 w 1524366"/>
                <a:gd name="connsiteY4" fmla="*/ 1352674 h 1499786"/>
                <a:gd name="connsiteX0" fmla="*/ 188006 w 1485647"/>
                <a:gd name="connsiteY0" fmla="*/ 1352674 h 1400935"/>
                <a:gd name="connsiteX1" fmla="*/ 83231 w 1485647"/>
                <a:gd name="connsiteY1" fmla="*/ 133474 h 1400935"/>
                <a:gd name="connsiteX2" fmla="*/ 930956 w 1485647"/>
                <a:gd name="connsiteY2" fmla="*/ 133474 h 1400935"/>
                <a:gd name="connsiteX3" fmla="*/ 1464356 w 1485647"/>
                <a:gd name="connsiteY3" fmla="*/ 1057399 h 1400935"/>
                <a:gd name="connsiteX4" fmla="*/ 188006 w 1485647"/>
                <a:gd name="connsiteY4" fmla="*/ 1352674 h 1400935"/>
                <a:gd name="connsiteX0" fmla="*/ 188006 w 1468508"/>
                <a:gd name="connsiteY0" fmla="*/ 1352674 h 1405544"/>
                <a:gd name="connsiteX1" fmla="*/ 83231 w 1468508"/>
                <a:gd name="connsiteY1" fmla="*/ 133474 h 1405544"/>
                <a:gd name="connsiteX2" fmla="*/ 930956 w 1468508"/>
                <a:gd name="connsiteY2" fmla="*/ 133474 h 1405544"/>
                <a:gd name="connsiteX3" fmla="*/ 1464356 w 1468508"/>
                <a:gd name="connsiteY3" fmla="*/ 1057399 h 1405544"/>
                <a:gd name="connsiteX4" fmla="*/ 188006 w 1468508"/>
                <a:gd name="connsiteY4" fmla="*/ 1352674 h 1405544"/>
                <a:gd name="connsiteX0" fmla="*/ 136253 w 1558618"/>
                <a:gd name="connsiteY0" fmla="*/ 1023046 h 1144997"/>
                <a:gd name="connsiteX1" fmla="*/ 150540 w 1558618"/>
                <a:gd name="connsiteY1" fmla="*/ 113408 h 1144997"/>
                <a:gd name="connsiteX2" fmla="*/ 998265 w 1558618"/>
                <a:gd name="connsiteY2" fmla="*/ 113408 h 1144997"/>
                <a:gd name="connsiteX3" fmla="*/ 1531665 w 1558618"/>
                <a:gd name="connsiteY3" fmla="*/ 1037333 h 1144997"/>
                <a:gd name="connsiteX4" fmla="*/ 136253 w 1558618"/>
                <a:gd name="connsiteY4" fmla="*/ 1023046 h 1144997"/>
                <a:gd name="connsiteX0" fmla="*/ 60155 w 1482520"/>
                <a:gd name="connsiteY0" fmla="*/ 1023046 h 1159112"/>
                <a:gd name="connsiteX1" fmla="*/ 74442 w 1482520"/>
                <a:gd name="connsiteY1" fmla="*/ 113408 h 1159112"/>
                <a:gd name="connsiteX2" fmla="*/ 922167 w 1482520"/>
                <a:gd name="connsiteY2" fmla="*/ 113408 h 1159112"/>
                <a:gd name="connsiteX3" fmla="*/ 1455567 w 1482520"/>
                <a:gd name="connsiteY3" fmla="*/ 1037333 h 1159112"/>
                <a:gd name="connsiteX4" fmla="*/ 60155 w 1482520"/>
                <a:gd name="connsiteY4" fmla="*/ 1023046 h 1159112"/>
                <a:gd name="connsiteX0" fmla="*/ 60155 w 1467925"/>
                <a:gd name="connsiteY0" fmla="*/ 1023046 h 1162263"/>
                <a:gd name="connsiteX1" fmla="*/ 74442 w 1467925"/>
                <a:gd name="connsiteY1" fmla="*/ 113408 h 1162263"/>
                <a:gd name="connsiteX2" fmla="*/ 922167 w 1467925"/>
                <a:gd name="connsiteY2" fmla="*/ 113408 h 1162263"/>
                <a:gd name="connsiteX3" fmla="*/ 1455567 w 1467925"/>
                <a:gd name="connsiteY3" fmla="*/ 1037333 h 1162263"/>
                <a:gd name="connsiteX4" fmla="*/ 388766 w 1467925"/>
                <a:gd name="connsiteY4" fmla="*/ 1151633 h 1162263"/>
                <a:gd name="connsiteX5" fmla="*/ 60155 w 1467925"/>
                <a:gd name="connsiteY5" fmla="*/ 1023046 h 1162263"/>
                <a:gd name="connsiteX0" fmla="*/ 58196 w 1474681"/>
                <a:gd name="connsiteY0" fmla="*/ 1023046 h 1385025"/>
                <a:gd name="connsiteX1" fmla="*/ 72483 w 1474681"/>
                <a:gd name="connsiteY1" fmla="*/ 113408 h 1385025"/>
                <a:gd name="connsiteX2" fmla="*/ 920208 w 1474681"/>
                <a:gd name="connsiteY2" fmla="*/ 113408 h 1385025"/>
                <a:gd name="connsiteX3" fmla="*/ 1453608 w 1474681"/>
                <a:gd name="connsiteY3" fmla="*/ 1037333 h 1385025"/>
                <a:gd name="connsiteX4" fmla="*/ 182020 w 1474681"/>
                <a:gd name="connsiteY4" fmla="*/ 1384995 h 1385025"/>
                <a:gd name="connsiteX5" fmla="*/ 58196 w 1474681"/>
                <a:gd name="connsiteY5" fmla="*/ 1023046 h 1385025"/>
                <a:gd name="connsiteX0" fmla="*/ 58196 w 1474681"/>
                <a:gd name="connsiteY0" fmla="*/ 1023046 h 1385025"/>
                <a:gd name="connsiteX1" fmla="*/ 72483 w 1474681"/>
                <a:gd name="connsiteY1" fmla="*/ 113408 h 1385025"/>
                <a:gd name="connsiteX2" fmla="*/ 920208 w 1474681"/>
                <a:gd name="connsiteY2" fmla="*/ 113408 h 1385025"/>
                <a:gd name="connsiteX3" fmla="*/ 1453608 w 1474681"/>
                <a:gd name="connsiteY3" fmla="*/ 1037333 h 1385025"/>
                <a:gd name="connsiteX4" fmla="*/ 182020 w 1474681"/>
                <a:gd name="connsiteY4" fmla="*/ 1384995 h 1385025"/>
                <a:gd name="connsiteX5" fmla="*/ 58196 w 1474681"/>
                <a:gd name="connsiteY5" fmla="*/ 1023046 h 1385025"/>
                <a:gd name="connsiteX0" fmla="*/ 58196 w 1474681"/>
                <a:gd name="connsiteY0" fmla="*/ 1023046 h 1385025"/>
                <a:gd name="connsiteX1" fmla="*/ 72483 w 1474681"/>
                <a:gd name="connsiteY1" fmla="*/ 113408 h 1385025"/>
                <a:gd name="connsiteX2" fmla="*/ 920208 w 1474681"/>
                <a:gd name="connsiteY2" fmla="*/ 113408 h 1385025"/>
                <a:gd name="connsiteX3" fmla="*/ 1453608 w 1474681"/>
                <a:gd name="connsiteY3" fmla="*/ 1037333 h 1385025"/>
                <a:gd name="connsiteX4" fmla="*/ 182020 w 1474681"/>
                <a:gd name="connsiteY4" fmla="*/ 1384995 h 1385025"/>
                <a:gd name="connsiteX5" fmla="*/ 58196 w 1474681"/>
                <a:gd name="connsiteY5" fmla="*/ 1023046 h 1385025"/>
                <a:gd name="connsiteX0" fmla="*/ 58196 w 1484728"/>
                <a:gd name="connsiteY0" fmla="*/ 1023046 h 1386929"/>
                <a:gd name="connsiteX1" fmla="*/ 72483 w 1484728"/>
                <a:gd name="connsiteY1" fmla="*/ 113408 h 1386929"/>
                <a:gd name="connsiteX2" fmla="*/ 920208 w 1484728"/>
                <a:gd name="connsiteY2" fmla="*/ 113408 h 1386929"/>
                <a:gd name="connsiteX3" fmla="*/ 1453608 w 1484728"/>
                <a:gd name="connsiteY3" fmla="*/ 1037333 h 1386929"/>
                <a:gd name="connsiteX4" fmla="*/ 1286920 w 1484728"/>
                <a:gd name="connsiteY4" fmla="*/ 1161158 h 1386929"/>
                <a:gd name="connsiteX5" fmla="*/ 182020 w 1484728"/>
                <a:gd name="connsiteY5" fmla="*/ 1384995 h 1386929"/>
                <a:gd name="connsiteX6" fmla="*/ 58196 w 1484728"/>
                <a:gd name="connsiteY6" fmla="*/ 1023046 h 1386929"/>
                <a:gd name="connsiteX0" fmla="*/ 58196 w 1548841"/>
                <a:gd name="connsiteY0" fmla="*/ 1023046 h 1408258"/>
                <a:gd name="connsiteX1" fmla="*/ 72483 w 1548841"/>
                <a:gd name="connsiteY1" fmla="*/ 113408 h 1408258"/>
                <a:gd name="connsiteX2" fmla="*/ 920208 w 1548841"/>
                <a:gd name="connsiteY2" fmla="*/ 113408 h 1408258"/>
                <a:gd name="connsiteX3" fmla="*/ 1453608 w 1548841"/>
                <a:gd name="connsiteY3" fmla="*/ 1037333 h 1408258"/>
                <a:gd name="connsiteX4" fmla="*/ 1420270 w 1548841"/>
                <a:gd name="connsiteY4" fmla="*/ 1370708 h 1408258"/>
                <a:gd name="connsiteX5" fmla="*/ 182020 w 1548841"/>
                <a:gd name="connsiteY5" fmla="*/ 1384995 h 1408258"/>
                <a:gd name="connsiteX6" fmla="*/ 58196 w 1548841"/>
                <a:gd name="connsiteY6" fmla="*/ 1023046 h 1408258"/>
                <a:gd name="connsiteX0" fmla="*/ 58196 w 1548841"/>
                <a:gd name="connsiteY0" fmla="*/ 1023046 h 1393265"/>
                <a:gd name="connsiteX1" fmla="*/ 72483 w 1548841"/>
                <a:gd name="connsiteY1" fmla="*/ 113408 h 1393265"/>
                <a:gd name="connsiteX2" fmla="*/ 920208 w 1548841"/>
                <a:gd name="connsiteY2" fmla="*/ 113408 h 1393265"/>
                <a:gd name="connsiteX3" fmla="*/ 1453608 w 1548841"/>
                <a:gd name="connsiteY3" fmla="*/ 1037333 h 1393265"/>
                <a:gd name="connsiteX4" fmla="*/ 1420270 w 1548841"/>
                <a:gd name="connsiteY4" fmla="*/ 1370708 h 1393265"/>
                <a:gd name="connsiteX5" fmla="*/ 182020 w 1548841"/>
                <a:gd name="connsiteY5" fmla="*/ 1384995 h 1393265"/>
                <a:gd name="connsiteX6" fmla="*/ 58196 w 1548841"/>
                <a:gd name="connsiteY6" fmla="*/ 1023046 h 1393265"/>
                <a:gd name="connsiteX0" fmla="*/ 58196 w 1485539"/>
                <a:gd name="connsiteY0" fmla="*/ 1023046 h 1393265"/>
                <a:gd name="connsiteX1" fmla="*/ 72483 w 1485539"/>
                <a:gd name="connsiteY1" fmla="*/ 113408 h 1393265"/>
                <a:gd name="connsiteX2" fmla="*/ 920208 w 1485539"/>
                <a:gd name="connsiteY2" fmla="*/ 113408 h 1393265"/>
                <a:gd name="connsiteX3" fmla="*/ 1453608 w 1485539"/>
                <a:gd name="connsiteY3" fmla="*/ 1037333 h 1393265"/>
                <a:gd name="connsiteX4" fmla="*/ 1420270 w 1485539"/>
                <a:gd name="connsiteY4" fmla="*/ 1370708 h 1393265"/>
                <a:gd name="connsiteX5" fmla="*/ 182020 w 1485539"/>
                <a:gd name="connsiteY5" fmla="*/ 1384995 h 1393265"/>
                <a:gd name="connsiteX6" fmla="*/ 58196 w 1485539"/>
                <a:gd name="connsiteY6" fmla="*/ 1023046 h 1393265"/>
                <a:gd name="connsiteX0" fmla="*/ 58196 w 1589204"/>
                <a:gd name="connsiteY0" fmla="*/ 1023046 h 1393265"/>
                <a:gd name="connsiteX1" fmla="*/ 72483 w 1589204"/>
                <a:gd name="connsiteY1" fmla="*/ 113408 h 1393265"/>
                <a:gd name="connsiteX2" fmla="*/ 920208 w 1589204"/>
                <a:gd name="connsiteY2" fmla="*/ 113408 h 1393265"/>
                <a:gd name="connsiteX3" fmla="*/ 1453608 w 1589204"/>
                <a:gd name="connsiteY3" fmla="*/ 1037333 h 1393265"/>
                <a:gd name="connsiteX4" fmla="*/ 1586958 w 1589204"/>
                <a:gd name="connsiteY4" fmla="*/ 1370708 h 1393265"/>
                <a:gd name="connsiteX5" fmla="*/ 182020 w 1589204"/>
                <a:gd name="connsiteY5" fmla="*/ 1384995 h 1393265"/>
                <a:gd name="connsiteX6" fmla="*/ 58196 w 1589204"/>
                <a:gd name="connsiteY6" fmla="*/ 1023046 h 1393265"/>
                <a:gd name="connsiteX0" fmla="*/ 58196 w 1586958"/>
                <a:gd name="connsiteY0" fmla="*/ 1023046 h 1393265"/>
                <a:gd name="connsiteX1" fmla="*/ 72483 w 1586958"/>
                <a:gd name="connsiteY1" fmla="*/ 113408 h 1393265"/>
                <a:gd name="connsiteX2" fmla="*/ 920208 w 1586958"/>
                <a:gd name="connsiteY2" fmla="*/ 113408 h 1393265"/>
                <a:gd name="connsiteX3" fmla="*/ 1453608 w 1586958"/>
                <a:gd name="connsiteY3" fmla="*/ 1037333 h 1393265"/>
                <a:gd name="connsiteX4" fmla="*/ 1586958 w 1586958"/>
                <a:gd name="connsiteY4" fmla="*/ 1370708 h 1393265"/>
                <a:gd name="connsiteX5" fmla="*/ 182020 w 1586958"/>
                <a:gd name="connsiteY5" fmla="*/ 1384995 h 1393265"/>
                <a:gd name="connsiteX6" fmla="*/ 58196 w 1586958"/>
                <a:gd name="connsiteY6" fmla="*/ 1023046 h 1393265"/>
                <a:gd name="connsiteX0" fmla="*/ 58196 w 1586958"/>
                <a:gd name="connsiteY0" fmla="*/ 1023046 h 1393265"/>
                <a:gd name="connsiteX1" fmla="*/ 72483 w 1586958"/>
                <a:gd name="connsiteY1" fmla="*/ 113408 h 1393265"/>
                <a:gd name="connsiteX2" fmla="*/ 920208 w 1586958"/>
                <a:gd name="connsiteY2" fmla="*/ 113408 h 1393265"/>
                <a:gd name="connsiteX3" fmla="*/ 1248821 w 1586958"/>
                <a:gd name="connsiteY3" fmla="*/ 637283 h 1393265"/>
                <a:gd name="connsiteX4" fmla="*/ 1586958 w 1586958"/>
                <a:gd name="connsiteY4" fmla="*/ 1370708 h 1393265"/>
                <a:gd name="connsiteX5" fmla="*/ 182020 w 1586958"/>
                <a:gd name="connsiteY5" fmla="*/ 1384995 h 1393265"/>
                <a:gd name="connsiteX6" fmla="*/ 58196 w 1586958"/>
                <a:gd name="connsiteY6" fmla="*/ 1023046 h 1393265"/>
                <a:gd name="connsiteX0" fmla="*/ 54029 w 1582791"/>
                <a:gd name="connsiteY0" fmla="*/ 1039928 h 1410147"/>
                <a:gd name="connsiteX1" fmla="*/ 68316 w 1582791"/>
                <a:gd name="connsiteY1" fmla="*/ 130290 h 1410147"/>
                <a:gd name="connsiteX2" fmla="*/ 858891 w 1582791"/>
                <a:gd name="connsiteY2" fmla="*/ 101715 h 1410147"/>
                <a:gd name="connsiteX3" fmla="*/ 1244654 w 1582791"/>
                <a:gd name="connsiteY3" fmla="*/ 654165 h 1410147"/>
                <a:gd name="connsiteX4" fmla="*/ 1582791 w 1582791"/>
                <a:gd name="connsiteY4" fmla="*/ 1387590 h 1410147"/>
                <a:gd name="connsiteX5" fmla="*/ 177853 w 1582791"/>
                <a:gd name="connsiteY5" fmla="*/ 1401877 h 1410147"/>
                <a:gd name="connsiteX6" fmla="*/ 54029 w 1582791"/>
                <a:gd name="connsiteY6" fmla="*/ 1039928 h 1410147"/>
                <a:gd name="connsiteX0" fmla="*/ 54029 w 1582791"/>
                <a:gd name="connsiteY0" fmla="*/ 1039928 h 1410147"/>
                <a:gd name="connsiteX1" fmla="*/ 68316 w 1582791"/>
                <a:gd name="connsiteY1" fmla="*/ 130290 h 1410147"/>
                <a:gd name="connsiteX2" fmla="*/ 858891 w 1582791"/>
                <a:gd name="connsiteY2" fmla="*/ 101715 h 1410147"/>
                <a:gd name="connsiteX3" fmla="*/ 1244654 w 1582791"/>
                <a:gd name="connsiteY3" fmla="*/ 654165 h 1410147"/>
                <a:gd name="connsiteX4" fmla="*/ 1582791 w 1582791"/>
                <a:gd name="connsiteY4" fmla="*/ 1387590 h 1410147"/>
                <a:gd name="connsiteX5" fmla="*/ 177853 w 1582791"/>
                <a:gd name="connsiteY5" fmla="*/ 1401877 h 1410147"/>
                <a:gd name="connsiteX6" fmla="*/ 54029 w 1582791"/>
                <a:gd name="connsiteY6" fmla="*/ 1039928 h 1410147"/>
                <a:gd name="connsiteX0" fmla="*/ 54029 w 1582791"/>
                <a:gd name="connsiteY0" fmla="*/ 1012485 h 1382704"/>
                <a:gd name="connsiteX1" fmla="*/ 68316 w 1582791"/>
                <a:gd name="connsiteY1" fmla="*/ 102847 h 1382704"/>
                <a:gd name="connsiteX2" fmla="*/ 858891 w 1582791"/>
                <a:gd name="connsiteY2" fmla="*/ 74272 h 1382704"/>
                <a:gd name="connsiteX3" fmla="*/ 1244654 w 1582791"/>
                <a:gd name="connsiteY3" fmla="*/ 626722 h 1382704"/>
                <a:gd name="connsiteX4" fmla="*/ 1582791 w 1582791"/>
                <a:gd name="connsiteY4" fmla="*/ 1360147 h 1382704"/>
                <a:gd name="connsiteX5" fmla="*/ 177853 w 1582791"/>
                <a:gd name="connsiteY5" fmla="*/ 1374434 h 1382704"/>
                <a:gd name="connsiteX6" fmla="*/ 54029 w 1582791"/>
                <a:gd name="connsiteY6" fmla="*/ 1012485 h 1382704"/>
                <a:gd name="connsiteX0" fmla="*/ 54029 w 1582791"/>
                <a:gd name="connsiteY0" fmla="*/ 1012485 h 1382704"/>
                <a:gd name="connsiteX1" fmla="*/ 68316 w 1582791"/>
                <a:gd name="connsiteY1" fmla="*/ 102847 h 1382704"/>
                <a:gd name="connsiteX2" fmla="*/ 858891 w 1582791"/>
                <a:gd name="connsiteY2" fmla="*/ 74272 h 1382704"/>
                <a:gd name="connsiteX3" fmla="*/ 1354191 w 1582791"/>
                <a:gd name="connsiteY3" fmla="*/ 612435 h 1382704"/>
                <a:gd name="connsiteX4" fmla="*/ 1582791 w 1582791"/>
                <a:gd name="connsiteY4" fmla="*/ 1360147 h 1382704"/>
                <a:gd name="connsiteX5" fmla="*/ 177853 w 1582791"/>
                <a:gd name="connsiteY5" fmla="*/ 1374434 h 1382704"/>
                <a:gd name="connsiteX6" fmla="*/ 54029 w 1582791"/>
                <a:gd name="connsiteY6" fmla="*/ 1012485 h 1382704"/>
                <a:gd name="connsiteX0" fmla="*/ 54029 w 1582791"/>
                <a:gd name="connsiteY0" fmla="*/ 1012485 h 1382704"/>
                <a:gd name="connsiteX1" fmla="*/ 68316 w 1582791"/>
                <a:gd name="connsiteY1" fmla="*/ 102847 h 1382704"/>
                <a:gd name="connsiteX2" fmla="*/ 858891 w 1582791"/>
                <a:gd name="connsiteY2" fmla="*/ 74272 h 1382704"/>
                <a:gd name="connsiteX3" fmla="*/ 1354191 w 1582791"/>
                <a:gd name="connsiteY3" fmla="*/ 612435 h 1382704"/>
                <a:gd name="connsiteX4" fmla="*/ 1582791 w 1582791"/>
                <a:gd name="connsiteY4" fmla="*/ 1360147 h 1382704"/>
                <a:gd name="connsiteX5" fmla="*/ 177853 w 1582791"/>
                <a:gd name="connsiteY5" fmla="*/ 1374434 h 1382704"/>
                <a:gd name="connsiteX6" fmla="*/ 54029 w 1582791"/>
                <a:gd name="connsiteY6" fmla="*/ 1012485 h 1382704"/>
                <a:gd name="connsiteX0" fmla="*/ 54029 w 1597234"/>
                <a:gd name="connsiteY0" fmla="*/ 1012485 h 1382704"/>
                <a:gd name="connsiteX1" fmla="*/ 68316 w 1597234"/>
                <a:gd name="connsiteY1" fmla="*/ 102847 h 1382704"/>
                <a:gd name="connsiteX2" fmla="*/ 858891 w 1597234"/>
                <a:gd name="connsiteY2" fmla="*/ 74272 h 1382704"/>
                <a:gd name="connsiteX3" fmla="*/ 1582791 w 1597234"/>
                <a:gd name="connsiteY3" fmla="*/ 1360147 h 1382704"/>
                <a:gd name="connsiteX4" fmla="*/ 177853 w 1597234"/>
                <a:gd name="connsiteY4" fmla="*/ 1374434 h 1382704"/>
                <a:gd name="connsiteX5" fmla="*/ 54029 w 1597234"/>
                <a:gd name="connsiteY5" fmla="*/ 1012485 h 1382704"/>
                <a:gd name="connsiteX0" fmla="*/ 70743 w 1621211"/>
                <a:gd name="connsiteY0" fmla="*/ 991937 h 1362156"/>
                <a:gd name="connsiteX1" fmla="*/ 85030 w 1621211"/>
                <a:gd name="connsiteY1" fmla="*/ 82299 h 1362156"/>
                <a:gd name="connsiteX2" fmla="*/ 1104205 w 1621211"/>
                <a:gd name="connsiteY2" fmla="*/ 96587 h 1362156"/>
                <a:gd name="connsiteX3" fmla="*/ 1599505 w 1621211"/>
                <a:gd name="connsiteY3" fmla="*/ 1339599 h 1362156"/>
                <a:gd name="connsiteX4" fmla="*/ 194567 w 1621211"/>
                <a:gd name="connsiteY4" fmla="*/ 1353886 h 1362156"/>
                <a:gd name="connsiteX5" fmla="*/ 70743 w 1621211"/>
                <a:gd name="connsiteY5" fmla="*/ 991937 h 1362156"/>
                <a:gd name="connsiteX0" fmla="*/ 70743 w 1621211"/>
                <a:gd name="connsiteY0" fmla="*/ 1015553 h 1385772"/>
                <a:gd name="connsiteX1" fmla="*/ 85030 w 1621211"/>
                <a:gd name="connsiteY1" fmla="*/ 105915 h 1385772"/>
                <a:gd name="connsiteX2" fmla="*/ 1104205 w 1621211"/>
                <a:gd name="connsiteY2" fmla="*/ 120203 h 1385772"/>
                <a:gd name="connsiteX3" fmla="*/ 1599505 w 1621211"/>
                <a:gd name="connsiteY3" fmla="*/ 1363215 h 1385772"/>
                <a:gd name="connsiteX4" fmla="*/ 194567 w 1621211"/>
                <a:gd name="connsiteY4" fmla="*/ 1377502 h 1385772"/>
                <a:gd name="connsiteX5" fmla="*/ 70743 w 1621211"/>
                <a:gd name="connsiteY5" fmla="*/ 1015553 h 1385772"/>
                <a:gd name="connsiteX0" fmla="*/ 70743 w 1621211"/>
                <a:gd name="connsiteY0" fmla="*/ 986618 h 1356837"/>
                <a:gd name="connsiteX1" fmla="*/ 85030 w 1621211"/>
                <a:gd name="connsiteY1" fmla="*/ 76980 h 1356837"/>
                <a:gd name="connsiteX2" fmla="*/ 1104205 w 1621211"/>
                <a:gd name="connsiteY2" fmla="*/ 153181 h 1356837"/>
                <a:gd name="connsiteX3" fmla="*/ 1599505 w 1621211"/>
                <a:gd name="connsiteY3" fmla="*/ 1334280 h 1356837"/>
                <a:gd name="connsiteX4" fmla="*/ 194567 w 1621211"/>
                <a:gd name="connsiteY4" fmla="*/ 1348567 h 1356837"/>
                <a:gd name="connsiteX5" fmla="*/ 70743 w 1621211"/>
                <a:gd name="connsiteY5" fmla="*/ 986618 h 1356837"/>
                <a:gd name="connsiteX0" fmla="*/ 70743 w 1620187"/>
                <a:gd name="connsiteY0" fmla="*/ 986710 h 1356929"/>
                <a:gd name="connsiteX1" fmla="*/ 85030 w 1620187"/>
                <a:gd name="connsiteY1" fmla="*/ 77072 h 1356929"/>
                <a:gd name="connsiteX2" fmla="*/ 1104205 w 1620187"/>
                <a:gd name="connsiteY2" fmla="*/ 153273 h 1356929"/>
                <a:gd name="connsiteX3" fmla="*/ 1599505 w 1620187"/>
                <a:gd name="connsiteY3" fmla="*/ 1334372 h 1356929"/>
                <a:gd name="connsiteX4" fmla="*/ 194567 w 1620187"/>
                <a:gd name="connsiteY4" fmla="*/ 1348659 h 1356929"/>
                <a:gd name="connsiteX5" fmla="*/ 70743 w 1620187"/>
                <a:gd name="connsiteY5" fmla="*/ 986710 h 1356929"/>
                <a:gd name="connsiteX0" fmla="*/ 70743 w 1619895"/>
                <a:gd name="connsiteY0" fmla="*/ 1039644 h 1409863"/>
                <a:gd name="connsiteX1" fmla="*/ 85030 w 1619895"/>
                <a:gd name="connsiteY1" fmla="*/ 130006 h 1409863"/>
                <a:gd name="connsiteX2" fmla="*/ 1104205 w 1619895"/>
                <a:gd name="connsiteY2" fmla="*/ 206207 h 1409863"/>
                <a:gd name="connsiteX3" fmla="*/ 1599505 w 1619895"/>
                <a:gd name="connsiteY3" fmla="*/ 1387306 h 1409863"/>
                <a:gd name="connsiteX4" fmla="*/ 194567 w 1619895"/>
                <a:gd name="connsiteY4" fmla="*/ 1401593 h 1409863"/>
                <a:gd name="connsiteX5" fmla="*/ 70743 w 1619895"/>
                <a:gd name="connsiteY5" fmla="*/ 1039644 h 1409863"/>
                <a:gd name="connsiteX0" fmla="*/ 209554 w 1634882"/>
                <a:gd name="connsiteY0" fmla="*/ 1401593 h 1409863"/>
                <a:gd name="connsiteX1" fmla="*/ 100017 w 1634882"/>
                <a:gd name="connsiteY1" fmla="*/ 130006 h 1409863"/>
                <a:gd name="connsiteX2" fmla="*/ 1119192 w 1634882"/>
                <a:gd name="connsiteY2" fmla="*/ 206207 h 1409863"/>
                <a:gd name="connsiteX3" fmla="*/ 1614492 w 1634882"/>
                <a:gd name="connsiteY3" fmla="*/ 1387306 h 1409863"/>
                <a:gd name="connsiteX4" fmla="*/ 209554 w 1634882"/>
                <a:gd name="connsiteY4" fmla="*/ 1401593 h 1409863"/>
                <a:gd name="connsiteX0" fmla="*/ 209554 w 1634882"/>
                <a:gd name="connsiteY0" fmla="*/ 1401593 h 1401593"/>
                <a:gd name="connsiteX1" fmla="*/ 100017 w 1634882"/>
                <a:gd name="connsiteY1" fmla="*/ 130006 h 1401593"/>
                <a:gd name="connsiteX2" fmla="*/ 1119192 w 1634882"/>
                <a:gd name="connsiteY2" fmla="*/ 206207 h 1401593"/>
                <a:gd name="connsiteX3" fmla="*/ 1614492 w 1634882"/>
                <a:gd name="connsiteY3" fmla="*/ 1387306 h 1401593"/>
                <a:gd name="connsiteX4" fmla="*/ 209554 w 1634882"/>
                <a:gd name="connsiteY4" fmla="*/ 1401593 h 1401593"/>
                <a:gd name="connsiteX0" fmla="*/ 209554 w 1636198"/>
                <a:gd name="connsiteY0" fmla="*/ 1366747 h 1368352"/>
                <a:gd name="connsiteX1" fmla="*/ 100017 w 1636198"/>
                <a:gd name="connsiteY1" fmla="*/ 95160 h 1368352"/>
                <a:gd name="connsiteX2" fmla="*/ 1119192 w 1636198"/>
                <a:gd name="connsiteY2" fmla="*/ 171361 h 1368352"/>
                <a:gd name="connsiteX3" fmla="*/ 1614492 w 1636198"/>
                <a:gd name="connsiteY3" fmla="*/ 1366748 h 1368352"/>
                <a:gd name="connsiteX4" fmla="*/ 209554 w 1636198"/>
                <a:gd name="connsiteY4" fmla="*/ 1366747 h 1368352"/>
                <a:gd name="connsiteX0" fmla="*/ 209554 w 1636198"/>
                <a:gd name="connsiteY0" fmla="*/ 1366747 h 1368352"/>
                <a:gd name="connsiteX1" fmla="*/ 100017 w 1636198"/>
                <a:gd name="connsiteY1" fmla="*/ 95160 h 1368352"/>
                <a:gd name="connsiteX2" fmla="*/ 1119192 w 1636198"/>
                <a:gd name="connsiteY2" fmla="*/ 171361 h 1368352"/>
                <a:gd name="connsiteX3" fmla="*/ 1614492 w 1636198"/>
                <a:gd name="connsiteY3" fmla="*/ 1366748 h 1368352"/>
                <a:gd name="connsiteX4" fmla="*/ 209554 w 1636198"/>
                <a:gd name="connsiteY4" fmla="*/ 1366747 h 1368352"/>
                <a:gd name="connsiteX0" fmla="*/ 209554 w 1617122"/>
                <a:gd name="connsiteY0" fmla="*/ 1366747 h 1368352"/>
                <a:gd name="connsiteX1" fmla="*/ 100017 w 1617122"/>
                <a:gd name="connsiteY1" fmla="*/ 95160 h 1368352"/>
                <a:gd name="connsiteX2" fmla="*/ 1119192 w 1617122"/>
                <a:gd name="connsiteY2" fmla="*/ 171361 h 1368352"/>
                <a:gd name="connsiteX3" fmla="*/ 1614492 w 1617122"/>
                <a:gd name="connsiteY3" fmla="*/ 1366748 h 1368352"/>
                <a:gd name="connsiteX4" fmla="*/ 209554 w 1617122"/>
                <a:gd name="connsiteY4" fmla="*/ 1366747 h 1368352"/>
                <a:gd name="connsiteX0" fmla="*/ 214778 w 1612821"/>
                <a:gd name="connsiteY0" fmla="*/ 1407355 h 1407355"/>
                <a:gd name="connsiteX1" fmla="*/ 95716 w 1612821"/>
                <a:gd name="connsiteY1" fmla="*/ 121480 h 1407355"/>
                <a:gd name="connsiteX2" fmla="*/ 1114891 w 1612821"/>
                <a:gd name="connsiteY2" fmla="*/ 197681 h 1407355"/>
                <a:gd name="connsiteX3" fmla="*/ 1610191 w 1612821"/>
                <a:gd name="connsiteY3" fmla="*/ 1393068 h 1407355"/>
                <a:gd name="connsiteX4" fmla="*/ 214778 w 1612821"/>
                <a:gd name="connsiteY4" fmla="*/ 1407355 h 1407355"/>
                <a:gd name="connsiteX0" fmla="*/ 187732 w 1585775"/>
                <a:gd name="connsiteY0" fmla="*/ 1407355 h 1523474"/>
                <a:gd name="connsiteX1" fmla="*/ 68670 w 1585775"/>
                <a:gd name="connsiteY1" fmla="*/ 121480 h 1523474"/>
                <a:gd name="connsiteX2" fmla="*/ 1087845 w 1585775"/>
                <a:gd name="connsiteY2" fmla="*/ 197681 h 1523474"/>
                <a:gd name="connsiteX3" fmla="*/ 1583145 w 1585775"/>
                <a:gd name="connsiteY3" fmla="*/ 1393068 h 1523474"/>
                <a:gd name="connsiteX4" fmla="*/ 187732 w 1585775"/>
                <a:gd name="connsiteY4" fmla="*/ 1407355 h 1523474"/>
                <a:gd name="connsiteX0" fmla="*/ 187732 w 1585775"/>
                <a:gd name="connsiteY0" fmla="*/ 1407355 h 1410060"/>
                <a:gd name="connsiteX1" fmla="*/ 68670 w 1585775"/>
                <a:gd name="connsiteY1" fmla="*/ 121480 h 1410060"/>
                <a:gd name="connsiteX2" fmla="*/ 1087845 w 1585775"/>
                <a:gd name="connsiteY2" fmla="*/ 197681 h 1410060"/>
                <a:gd name="connsiteX3" fmla="*/ 1583145 w 1585775"/>
                <a:gd name="connsiteY3" fmla="*/ 1393068 h 1410060"/>
                <a:gd name="connsiteX4" fmla="*/ 187732 w 1585775"/>
                <a:gd name="connsiteY4" fmla="*/ 1407355 h 1410060"/>
                <a:gd name="connsiteX0" fmla="*/ 289752 w 1687980"/>
                <a:gd name="connsiteY0" fmla="*/ 1546451 h 1549156"/>
                <a:gd name="connsiteX1" fmla="*/ 46865 w 1687980"/>
                <a:gd name="connsiteY1" fmla="*/ 79601 h 1549156"/>
                <a:gd name="connsiteX2" fmla="*/ 1189865 w 1687980"/>
                <a:gd name="connsiteY2" fmla="*/ 336777 h 1549156"/>
                <a:gd name="connsiteX3" fmla="*/ 1685165 w 1687980"/>
                <a:gd name="connsiteY3" fmla="*/ 1532164 h 1549156"/>
                <a:gd name="connsiteX4" fmla="*/ 289752 w 1687980"/>
                <a:gd name="connsiteY4" fmla="*/ 1546451 h 1549156"/>
                <a:gd name="connsiteX0" fmla="*/ 287528 w 1685463"/>
                <a:gd name="connsiteY0" fmla="*/ 1538241 h 1540946"/>
                <a:gd name="connsiteX1" fmla="*/ 44641 w 1685463"/>
                <a:gd name="connsiteY1" fmla="*/ 71391 h 1540946"/>
                <a:gd name="connsiteX2" fmla="*/ 1154304 w 1685463"/>
                <a:gd name="connsiteY2" fmla="*/ 361904 h 1540946"/>
                <a:gd name="connsiteX3" fmla="*/ 1682941 w 1685463"/>
                <a:gd name="connsiteY3" fmla="*/ 1523954 h 1540946"/>
                <a:gd name="connsiteX4" fmla="*/ 287528 w 1685463"/>
                <a:gd name="connsiteY4" fmla="*/ 1538241 h 1540946"/>
                <a:gd name="connsiteX0" fmla="*/ 287528 w 1685463"/>
                <a:gd name="connsiteY0" fmla="*/ 1538821 h 1550557"/>
                <a:gd name="connsiteX1" fmla="*/ 44641 w 1685463"/>
                <a:gd name="connsiteY1" fmla="*/ 71971 h 1550557"/>
                <a:gd name="connsiteX2" fmla="*/ 1154304 w 1685463"/>
                <a:gd name="connsiteY2" fmla="*/ 362484 h 1550557"/>
                <a:gd name="connsiteX3" fmla="*/ 1682941 w 1685463"/>
                <a:gd name="connsiteY3" fmla="*/ 1548346 h 1550557"/>
                <a:gd name="connsiteX4" fmla="*/ 287528 w 1685463"/>
                <a:gd name="connsiteY4" fmla="*/ 1538821 h 1550557"/>
                <a:gd name="connsiteX0" fmla="*/ 287528 w 1685463"/>
                <a:gd name="connsiteY0" fmla="*/ 1538821 h 1550557"/>
                <a:gd name="connsiteX1" fmla="*/ 44641 w 1685463"/>
                <a:gd name="connsiteY1" fmla="*/ 71971 h 1550557"/>
                <a:gd name="connsiteX2" fmla="*/ 1154304 w 1685463"/>
                <a:gd name="connsiteY2" fmla="*/ 362484 h 1550557"/>
                <a:gd name="connsiteX3" fmla="*/ 1682941 w 1685463"/>
                <a:gd name="connsiteY3" fmla="*/ 1548346 h 1550557"/>
                <a:gd name="connsiteX4" fmla="*/ 287528 w 1685463"/>
                <a:gd name="connsiteY4" fmla="*/ 1538821 h 1550557"/>
                <a:gd name="connsiteX0" fmla="*/ 287528 w 1685463"/>
                <a:gd name="connsiteY0" fmla="*/ 1538705 h 1546936"/>
                <a:gd name="connsiteX1" fmla="*/ 44641 w 1685463"/>
                <a:gd name="connsiteY1" fmla="*/ 71855 h 1546936"/>
                <a:gd name="connsiteX2" fmla="*/ 1154304 w 1685463"/>
                <a:gd name="connsiteY2" fmla="*/ 362368 h 1546936"/>
                <a:gd name="connsiteX3" fmla="*/ 1682941 w 1685463"/>
                <a:gd name="connsiteY3" fmla="*/ 1543468 h 1546936"/>
                <a:gd name="connsiteX4" fmla="*/ 287528 w 1685463"/>
                <a:gd name="connsiteY4" fmla="*/ 1538705 h 1546936"/>
                <a:gd name="connsiteX0" fmla="*/ 287528 w 1685463"/>
                <a:gd name="connsiteY0" fmla="*/ 1538473 h 1542711"/>
                <a:gd name="connsiteX1" fmla="*/ 44641 w 1685463"/>
                <a:gd name="connsiteY1" fmla="*/ 71623 h 1542711"/>
                <a:gd name="connsiteX2" fmla="*/ 1154304 w 1685463"/>
                <a:gd name="connsiteY2" fmla="*/ 362136 h 1542711"/>
                <a:gd name="connsiteX3" fmla="*/ 1682941 w 1685463"/>
                <a:gd name="connsiteY3" fmla="*/ 1533711 h 1542711"/>
                <a:gd name="connsiteX4" fmla="*/ 287528 w 1685463"/>
                <a:gd name="connsiteY4" fmla="*/ 1538473 h 1542711"/>
                <a:gd name="connsiteX0" fmla="*/ 287528 w 1685463"/>
                <a:gd name="connsiteY0" fmla="*/ 1538588 h 1544338"/>
                <a:gd name="connsiteX1" fmla="*/ 44641 w 1685463"/>
                <a:gd name="connsiteY1" fmla="*/ 71738 h 1544338"/>
                <a:gd name="connsiteX2" fmla="*/ 1154304 w 1685463"/>
                <a:gd name="connsiteY2" fmla="*/ 362251 h 1544338"/>
                <a:gd name="connsiteX3" fmla="*/ 1682941 w 1685463"/>
                <a:gd name="connsiteY3" fmla="*/ 1538588 h 1544338"/>
                <a:gd name="connsiteX4" fmla="*/ 287528 w 1685463"/>
                <a:gd name="connsiteY4" fmla="*/ 1538588 h 1544338"/>
                <a:gd name="connsiteX0" fmla="*/ 250487 w 1648368"/>
                <a:gd name="connsiteY0" fmla="*/ 1559224 h 1564974"/>
                <a:gd name="connsiteX1" fmla="*/ 50463 w 1648368"/>
                <a:gd name="connsiteY1" fmla="*/ 68561 h 1564974"/>
                <a:gd name="connsiteX2" fmla="*/ 1117263 w 1648368"/>
                <a:gd name="connsiteY2" fmla="*/ 382887 h 1564974"/>
                <a:gd name="connsiteX3" fmla="*/ 1645900 w 1648368"/>
                <a:gd name="connsiteY3" fmla="*/ 1559224 h 1564974"/>
                <a:gd name="connsiteX4" fmla="*/ 250487 w 1648368"/>
                <a:gd name="connsiteY4" fmla="*/ 1559224 h 1564974"/>
                <a:gd name="connsiteX0" fmla="*/ 322687 w 1720568"/>
                <a:gd name="connsiteY0" fmla="*/ 1585030 h 1590780"/>
                <a:gd name="connsiteX1" fmla="*/ 122663 w 1720568"/>
                <a:gd name="connsiteY1" fmla="*/ 94367 h 1590780"/>
                <a:gd name="connsiteX2" fmla="*/ 1189463 w 1720568"/>
                <a:gd name="connsiteY2" fmla="*/ 408693 h 1590780"/>
                <a:gd name="connsiteX3" fmla="*/ 1718100 w 1720568"/>
                <a:gd name="connsiteY3" fmla="*/ 1585030 h 1590780"/>
                <a:gd name="connsiteX4" fmla="*/ 322687 w 1720568"/>
                <a:gd name="connsiteY4" fmla="*/ 1585030 h 1590780"/>
                <a:gd name="connsiteX0" fmla="*/ 322687 w 1720568"/>
                <a:gd name="connsiteY0" fmla="*/ 1585030 h 1779310"/>
                <a:gd name="connsiteX1" fmla="*/ 122663 w 1720568"/>
                <a:gd name="connsiteY1" fmla="*/ 94367 h 1779310"/>
                <a:gd name="connsiteX2" fmla="*/ 1189463 w 1720568"/>
                <a:gd name="connsiteY2" fmla="*/ 408693 h 1779310"/>
                <a:gd name="connsiteX3" fmla="*/ 1718100 w 1720568"/>
                <a:gd name="connsiteY3" fmla="*/ 1585030 h 1779310"/>
                <a:gd name="connsiteX4" fmla="*/ 322687 w 1720568"/>
                <a:gd name="connsiteY4" fmla="*/ 1585030 h 1779310"/>
                <a:gd name="connsiteX0" fmla="*/ 322687 w 1720568"/>
                <a:gd name="connsiteY0" fmla="*/ 1585030 h 1587499"/>
                <a:gd name="connsiteX1" fmla="*/ 122663 w 1720568"/>
                <a:gd name="connsiteY1" fmla="*/ 94367 h 1587499"/>
                <a:gd name="connsiteX2" fmla="*/ 1189463 w 1720568"/>
                <a:gd name="connsiteY2" fmla="*/ 408693 h 1587499"/>
                <a:gd name="connsiteX3" fmla="*/ 1718100 w 1720568"/>
                <a:gd name="connsiteY3" fmla="*/ 1585030 h 1587499"/>
                <a:gd name="connsiteX4" fmla="*/ 322687 w 1720568"/>
                <a:gd name="connsiteY4" fmla="*/ 1585030 h 1587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0568" h="1587499">
                  <a:moveTo>
                    <a:pt x="322687" y="1585030"/>
                  </a:moveTo>
                  <a:cubicBezTo>
                    <a:pt x="175049" y="1150690"/>
                    <a:pt x="-189440" y="351383"/>
                    <a:pt x="122663" y="94367"/>
                  </a:cubicBezTo>
                  <a:cubicBezTo>
                    <a:pt x="434766" y="-162649"/>
                    <a:pt x="923557" y="160249"/>
                    <a:pt x="1189463" y="408693"/>
                  </a:cubicBezTo>
                  <a:cubicBezTo>
                    <a:pt x="1455369" y="657137"/>
                    <a:pt x="1750644" y="1139737"/>
                    <a:pt x="1718100" y="1585030"/>
                  </a:cubicBezTo>
                  <a:cubicBezTo>
                    <a:pt x="1710956" y="1590587"/>
                    <a:pt x="348405" y="1585030"/>
                    <a:pt x="322687" y="1585030"/>
                  </a:cubicBezTo>
                  <a:close/>
                </a:path>
              </a:pathLst>
            </a:custGeom>
            <a:solidFill>
              <a:srgbClr val="4472C4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8" name="グループ化 17"/>
            <p:cNvGrpSpPr/>
            <p:nvPr/>
          </p:nvGrpSpPr>
          <p:grpSpPr>
            <a:xfrm>
              <a:off x="3388111" y="4578261"/>
              <a:ext cx="422521" cy="344259"/>
              <a:chOff x="3388111" y="4578261"/>
              <a:chExt cx="422521" cy="344259"/>
            </a:xfrm>
          </p:grpSpPr>
          <p:cxnSp>
            <p:nvCxnSpPr>
              <p:cNvPr id="17" name="直線コネクタ 16"/>
              <p:cNvCxnSpPr/>
              <p:nvPr/>
            </p:nvCxnSpPr>
            <p:spPr>
              <a:xfrm flipV="1">
                <a:off x="3427357" y="4610100"/>
                <a:ext cx="383275" cy="31242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線コネクタ 98"/>
              <p:cNvCxnSpPr/>
              <p:nvPr/>
            </p:nvCxnSpPr>
            <p:spPr>
              <a:xfrm flipV="1">
                <a:off x="3388111" y="4578261"/>
                <a:ext cx="383275" cy="31242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曲線コネクタ 23"/>
            <p:cNvCxnSpPr>
              <a:stCxn id="97" idx="3"/>
            </p:cNvCxnSpPr>
            <p:nvPr/>
          </p:nvCxnSpPr>
          <p:spPr>
            <a:xfrm>
              <a:off x="3265976" y="2768250"/>
              <a:ext cx="511592" cy="1746601"/>
            </a:xfrm>
            <a:prstGeom prst="curvedConnector2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テキスト ボックス 100">
              <a:extLst>
                <a:ext uri="{FF2B5EF4-FFF2-40B4-BE49-F238E27FC236}">
                  <a16:creationId xmlns:a16="http://schemas.microsoft.com/office/drawing/2014/main" id="{0801520B-72C5-4D9D-B68D-D57C4AB4A787}"/>
                </a:ext>
              </a:extLst>
            </p:cNvPr>
            <p:cNvSpPr txBox="1"/>
            <p:nvPr/>
          </p:nvSpPr>
          <p:spPr>
            <a:xfrm>
              <a:off x="3568586" y="3031359"/>
              <a:ext cx="107433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>
                  <a:solidFill>
                    <a:srgbClr val="FF0000"/>
                  </a:solidFill>
                </a:rPr>
                <a:t>β-cut</a:t>
              </a:r>
              <a:endParaRPr lang="ja-JP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02" name="テキスト ボックス 101">
              <a:extLst>
                <a:ext uri="{FF2B5EF4-FFF2-40B4-BE49-F238E27FC236}">
                  <a16:creationId xmlns:a16="http://schemas.microsoft.com/office/drawing/2014/main" id="{0801520B-72C5-4D9D-B68D-D57C4AB4A787}"/>
                </a:ext>
              </a:extLst>
            </p:cNvPr>
            <p:cNvSpPr txBox="1"/>
            <p:nvPr/>
          </p:nvSpPr>
          <p:spPr>
            <a:xfrm>
              <a:off x="4556810" y="5652758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dirty="0">
                  <a:solidFill>
                    <a:srgbClr val="FF0000"/>
                  </a:solidFill>
                </a:rPr>
                <a:t>探索不要</a:t>
              </a:r>
            </a:p>
          </p:txBody>
        </p:sp>
      </p:grpSp>
      <p:grpSp>
        <p:nvGrpSpPr>
          <p:cNvPr id="96" name="グループ化 95"/>
          <p:cNvGrpSpPr/>
          <p:nvPr/>
        </p:nvGrpSpPr>
        <p:grpSpPr>
          <a:xfrm>
            <a:off x="4708473" y="2501994"/>
            <a:ext cx="1293371" cy="1273271"/>
            <a:chOff x="1264681" y="2377367"/>
            <a:chExt cx="1293371" cy="1273271"/>
          </a:xfrm>
        </p:grpSpPr>
        <p:sp>
          <p:nvSpPr>
            <p:cNvPr id="103" name="テキスト ボックス 102"/>
            <p:cNvSpPr txBox="1"/>
            <p:nvPr/>
          </p:nvSpPr>
          <p:spPr>
            <a:xfrm>
              <a:off x="1818747" y="2377367"/>
              <a:ext cx="73930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spc="-250" dirty="0">
                  <a:solidFill>
                    <a:srgbClr val="FF0000"/>
                  </a:solidFill>
                </a:rPr>
                <a:t>≦</a:t>
              </a:r>
              <a:r>
                <a:rPr lang="en-US" altLang="ja-JP" sz="2400" spc="-250" dirty="0">
                  <a:solidFill>
                    <a:srgbClr val="FF0000"/>
                  </a:solidFill>
                </a:rPr>
                <a:t>6</a:t>
              </a:r>
              <a:r>
                <a:rPr kumimoji="1" lang="en-US" altLang="ja-JP" sz="2400" spc="-250" dirty="0">
                  <a:solidFill>
                    <a:srgbClr val="FF0000"/>
                  </a:solidFill>
                </a:rPr>
                <a:t>0</a:t>
              </a:r>
              <a:endParaRPr kumimoji="1" lang="ja-JP" altLang="en-US" sz="2400" spc="-250" dirty="0">
                <a:solidFill>
                  <a:srgbClr val="FF0000"/>
                </a:solidFill>
              </a:endParaRPr>
            </a:p>
          </p:txBody>
        </p:sp>
        <p:cxnSp>
          <p:nvCxnSpPr>
            <p:cNvPr id="105" name="直線矢印コネクタ 104">
              <a:extLst>
                <a:ext uri="{FF2B5EF4-FFF2-40B4-BE49-F238E27FC236}">
                  <a16:creationId xmlns:a16="http://schemas.microsoft.com/office/drawing/2014/main" id="{3B4D31B6-3078-478A-8A1C-05439951DC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64681" y="2985269"/>
              <a:ext cx="545258" cy="66536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テキスト ボックス 106"/>
          <p:cNvSpPr txBox="1"/>
          <p:nvPr/>
        </p:nvSpPr>
        <p:spPr>
          <a:xfrm>
            <a:off x="3590981" y="1343190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spc="-250" dirty="0">
                <a:solidFill>
                  <a:srgbClr val="FF0000"/>
                </a:solidFill>
              </a:rPr>
              <a:t>≧</a:t>
            </a:r>
            <a:r>
              <a:rPr lang="en-US" altLang="ja-JP" sz="2000" spc="-250" dirty="0">
                <a:solidFill>
                  <a:srgbClr val="FF0000"/>
                </a:solidFill>
              </a:rPr>
              <a:t>5</a:t>
            </a:r>
            <a:r>
              <a:rPr kumimoji="1" lang="en-US" altLang="ja-JP" sz="2000" spc="-250" dirty="0">
                <a:solidFill>
                  <a:srgbClr val="FF0000"/>
                </a:solidFill>
              </a:rPr>
              <a:t>0</a:t>
            </a:r>
            <a:endParaRPr kumimoji="1" lang="ja-JP" altLang="en-US" sz="2000" spc="-250" dirty="0">
              <a:solidFill>
                <a:srgbClr val="FF0000"/>
              </a:solidFill>
            </a:endParaRPr>
          </a:p>
        </p:txBody>
      </p:sp>
      <p:grpSp>
        <p:nvGrpSpPr>
          <p:cNvPr id="9" name="グループ化 8"/>
          <p:cNvGrpSpPr/>
          <p:nvPr/>
        </p:nvGrpSpPr>
        <p:grpSpPr>
          <a:xfrm>
            <a:off x="3590980" y="1549197"/>
            <a:ext cx="1716021" cy="861842"/>
            <a:chOff x="3590980" y="1549197"/>
            <a:chExt cx="1716021" cy="861842"/>
          </a:xfrm>
        </p:grpSpPr>
        <p:sp>
          <p:nvSpPr>
            <p:cNvPr id="108" name="テキスト ボックス 107"/>
            <p:cNvSpPr txBox="1"/>
            <p:nvPr/>
          </p:nvSpPr>
          <p:spPr>
            <a:xfrm>
              <a:off x="3590980" y="1549197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000" spc="-250" dirty="0">
                  <a:solidFill>
                    <a:srgbClr val="FF0000"/>
                  </a:solidFill>
                </a:rPr>
                <a:t>≦</a:t>
              </a:r>
              <a:r>
                <a:rPr lang="en-US" altLang="ja-JP" sz="2000" spc="-250" dirty="0">
                  <a:solidFill>
                    <a:srgbClr val="FF0000"/>
                  </a:solidFill>
                </a:rPr>
                <a:t>6</a:t>
              </a:r>
              <a:r>
                <a:rPr kumimoji="1" lang="en-US" altLang="ja-JP" sz="2000" spc="-250" dirty="0">
                  <a:solidFill>
                    <a:srgbClr val="FF0000"/>
                  </a:solidFill>
                </a:rPr>
                <a:t>0</a:t>
              </a:r>
              <a:endParaRPr kumimoji="1" lang="ja-JP" altLang="en-US" sz="2000" spc="-250" dirty="0">
                <a:solidFill>
                  <a:srgbClr val="FF0000"/>
                </a:solidFill>
              </a:endParaRPr>
            </a:p>
          </p:txBody>
        </p:sp>
        <p:cxnSp>
          <p:nvCxnSpPr>
            <p:cNvPr id="109" name="直線矢印コネクタ 108">
              <a:extLst>
                <a:ext uri="{FF2B5EF4-FFF2-40B4-BE49-F238E27FC236}">
                  <a16:creationId xmlns:a16="http://schemas.microsoft.com/office/drawing/2014/main" id="{3B4D31B6-3078-478A-8A1C-05439951DC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0571" y="1781370"/>
              <a:ext cx="976430" cy="62966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66581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直線コネクタ 90"/>
          <p:cNvCxnSpPr/>
          <p:nvPr/>
        </p:nvCxnSpPr>
        <p:spPr>
          <a:xfrm flipV="1">
            <a:off x="5662069" y="2711467"/>
            <a:ext cx="6481" cy="14425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/>
          <p:cNvCxnSpPr/>
          <p:nvPr/>
        </p:nvCxnSpPr>
        <p:spPr>
          <a:xfrm flipV="1">
            <a:off x="4519403" y="2717835"/>
            <a:ext cx="1149148" cy="14350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コネクタ 92"/>
          <p:cNvCxnSpPr/>
          <p:nvPr/>
        </p:nvCxnSpPr>
        <p:spPr>
          <a:xfrm flipH="1" flipV="1">
            <a:off x="5672090" y="2723243"/>
            <a:ext cx="1149148" cy="14350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グループ化 3"/>
          <p:cNvGrpSpPr/>
          <p:nvPr/>
        </p:nvGrpSpPr>
        <p:grpSpPr>
          <a:xfrm>
            <a:off x="2210469" y="1622424"/>
            <a:ext cx="3468513" cy="1121963"/>
            <a:chOff x="2210469" y="1273181"/>
            <a:chExt cx="3468513" cy="1471207"/>
          </a:xfrm>
        </p:grpSpPr>
        <p:cxnSp>
          <p:nvCxnSpPr>
            <p:cNvPr id="94" name="直線コネクタ 93"/>
            <p:cNvCxnSpPr/>
            <p:nvPr/>
          </p:nvCxnSpPr>
          <p:spPr>
            <a:xfrm flipV="1">
              <a:off x="2210469" y="1273181"/>
              <a:ext cx="1744250" cy="14612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コネクタ 94"/>
            <p:cNvCxnSpPr/>
            <p:nvPr/>
          </p:nvCxnSpPr>
          <p:spPr>
            <a:xfrm flipH="1" flipV="1">
              <a:off x="3934732" y="1283116"/>
              <a:ext cx="1744250" cy="14612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グループ化 126"/>
          <p:cNvGrpSpPr/>
          <p:nvPr/>
        </p:nvGrpSpPr>
        <p:grpSpPr>
          <a:xfrm>
            <a:off x="5262539" y="2419806"/>
            <a:ext cx="739305" cy="576000"/>
            <a:chOff x="5262539" y="2419806"/>
            <a:chExt cx="739305" cy="576000"/>
          </a:xfrm>
        </p:grpSpPr>
        <p:sp>
          <p:nvSpPr>
            <p:cNvPr id="128" name="正方形/長方形 127">
              <a:extLst>
                <a:ext uri="{FF2B5EF4-FFF2-40B4-BE49-F238E27FC236}">
                  <a16:creationId xmlns:a16="http://schemas.microsoft.com/office/drawing/2014/main" id="{58084917-12BA-4057-9A49-07F65A5C4244}"/>
                </a:ext>
              </a:extLst>
            </p:cNvPr>
            <p:cNvSpPr/>
            <p:nvPr/>
          </p:nvSpPr>
          <p:spPr>
            <a:xfrm>
              <a:off x="5371828" y="2419806"/>
              <a:ext cx="576000" cy="576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kumimoji="1" lang="ja-JP" altLang="en-US" sz="5400" dirty="0">
                <a:solidFill>
                  <a:srgbClr val="FF0000"/>
                </a:solidFill>
              </a:endParaRPr>
            </a:p>
          </p:txBody>
        </p:sp>
        <p:sp>
          <p:nvSpPr>
            <p:cNvPr id="129" name="テキスト ボックス 128"/>
            <p:cNvSpPr txBox="1"/>
            <p:nvPr/>
          </p:nvSpPr>
          <p:spPr>
            <a:xfrm>
              <a:off x="5262539" y="2501994"/>
              <a:ext cx="73930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spc="-250" dirty="0">
                  <a:solidFill>
                    <a:srgbClr val="FF0000"/>
                  </a:solidFill>
                </a:rPr>
                <a:t>≦</a:t>
              </a:r>
              <a:r>
                <a:rPr lang="en-US" altLang="ja-JP" sz="2400" spc="-250" dirty="0">
                  <a:solidFill>
                    <a:srgbClr val="FF0000"/>
                  </a:solidFill>
                </a:rPr>
                <a:t>6</a:t>
              </a:r>
              <a:r>
                <a:rPr kumimoji="1" lang="en-US" altLang="ja-JP" sz="2400" spc="-250" dirty="0">
                  <a:solidFill>
                    <a:srgbClr val="FF0000"/>
                  </a:solidFill>
                </a:rPr>
                <a:t>0</a:t>
              </a:r>
              <a:endParaRPr kumimoji="1" lang="ja-JP" altLang="en-US" sz="2400" spc="-25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21" name="グループ化 120"/>
          <p:cNvGrpSpPr/>
          <p:nvPr/>
        </p:nvGrpSpPr>
        <p:grpSpPr>
          <a:xfrm>
            <a:off x="3590980" y="1343029"/>
            <a:ext cx="632030" cy="606278"/>
            <a:chOff x="3590980" y="1343029"/>
            <a:chExt cx="632030" cy="606278"/>
          </a:xfrm>
        </p:grpSpPr>
        <p:sp>
          <p:nvSpPr>
            <p:cNvPr id="122" name="楕円 121">
              <a:extLst>
                <a:ext uri="{FF2B5EF4-FFF2-40B4-BE49-F238E27FC236}">
                  <a16:creationId xmlns:a16="http://schemas.microsoft.com/office/drawing/2014/main" id="{01A13DA0-25F4-462E-A2F1-243C628D7089}"/>
                </a:ext>
              </a:extLst>
            </p:cNvPr>
            <p:cNvSpPr/>
            <p:nvPr/>
          </p:nvSpPr>
          <p:spPr>
            <a:xfrm>
              <a:off x="3647010" y="1343029"/>
              <a:ext cx="576000" cy="57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kumimoji="1" lang="ja-JP" altLang="en-US" sz="5400" dirty="0">
                <a:solidFill>
                  <a:srgbClr val="FF0000"/>
                </a:solidFill>
              </a:endParaRPr>
            </a:p>
          </p:txBody>
        </p:sp>
        <p:sp>
          <p:nvSpPr>
            <p:cNvPr id="123" name="テキスト ボックス 122"/>
            <p:cNvSpPr txBox="1"/>
            <p:nvPr/>
          </p:nvSpPr>
          <p:spPr>
            <a:xfrm>
              <a:off x="3590981" y="1343190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000" spc="-250" dirty="0">
                  <a:solidFill>
                    <a:srgbClr val="FF0000"/>
                  </a:solidFill>
                </a:rPr>
                <a:t>≧</a:t>
              </a:r>
              <a:r>
                <a:rPr lang="en-US" altLang="ja-JP" sz="2000" spc="-250" dirty="0">
                  <a:solidFill>
                    <a:srgbClr val="FF0000"/>
                  </a:solidFill>
                </a:rPr>
                <a:t>5</a:t>
              </a:r>
              <a:r>
                <a:rPr kumimoji="1" lang="en-US" altLang="ja-JP" sz="2000" spc="-250" dirty="0">
                  <a:solidFill>
                    <a:srgbClr val="FF0000"/>
                  </a:solidFill>
                </a:rPr>
                <a:t>0</a:t>
              </a:r>
              <a:endParaRPr kumimoji="1" lang="ja-JP" altLang="en-US" sz="2000" spc="-250" dirty="0">
                <a:solidFill>
                  <a:srgbClr val="FF0000"/>
                </a:solidFill>
              </a:endParaRPr>
            </a:p>
          </p:txBody>
        </p:sp>
        <p:sp>
          <p:nvSpPr>
            <p:cNvPr id="124" name="テキスト ボックス 123"/>
            <p:cNvSpPr txBox="1"/>
            <p:nvPr/>
          </p:nvSpPr>
          <p:spPr>
            <a:xfrm>
              <a:off x="3590980" y="1549197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000" spc="-250" dirty="0">
                  <a:solidFill>
                    <a:srgbClr val="FF0000"/>
                  </a:solidFill>
                </a:rPr>
                <a:t>≦</a:t>
              </a:r>
              <a:r>
                <a:rPr lang="en-US" altLang="ja-JP" sz="2000" spc="-250" dirty="0">
                  <a:solidFill>
                    <a:srgbClr val="FF0000"/>
                  </a:solidFill>
                </a:rPr>
                <a:t>6</a:t>
              </a:r>
              <a:r>
                <a:rPr kumimoji="1" lang="en-US" altLang="ja-JP" sz="2000" spc="-250" dirty="0">
                  <a:solidFill>
                    <a:srgbClr val="FF0000"/>
                  </a:solidFill>
                </a:rPr>
                <a:t>0</a:t>
              </a:r>
              <a:endParaRPr kumimoji="1" lang="ja-JP" altLang="en-US" sz="2000" spc="-250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603C6728-4153-495A-9709-F46DD5C62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α-β</a:t>
            </a:r>
            <a:r>
              <a:rPr lang="ja-JP" altLang="en-US" dirty="0"/>
              <a:t>法</a:t>
            </a:r>
            <a:r>
              <a:rPr lang="ja-JP" altLang="en-US" sz="3200" dirty="0"/>
              <a:t>（</a:t>
            </a:r>
            <a:r>
              <a:rPr lang="en-US" altLang="ja-JP" sz="3200" dirty="0"/>
              <a:t>minimax</a:t>
            </a:r>
            <a:r>
              <a:rPr lang="ja-JP" altLang="en-US" sz="3200" dirty="0"/>
              <a:t>法における枝刈り手法）</a:t>
            </a:r>
            <a:endParaRPr kumimoji="1" lang="ja-JP" altLang="en-US" sz="3200" dirty="0"/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01A13DA0-25F4-462E-A2F1-243C628D7089}"/>
              </a:ext>
            </a:extLst>
          </p:cNvPr>
          <p:cNvSpPr/>
          <p:nvPr/>
        </p:nvSpPr>
        <p:spPr>
          <a:xfrm>
            <a:off x="7953103" y="1690690"/>
            <a:ext cx="576000" cy="576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92F5B5BF-2705-499E-919E-DAB482282B8A}"/>
              </a:ext>
            </a:extLst>
          </p:cNvPr>
          <p:cNvSpPr txBox="1"/>
          <p:nvPr/>
        </p:nvSpPr>
        <p:spPr>
          <a:xfrm>
            <a:off x="8529103" y="1794024"/>
            <a:ext cx="3055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A</a:t>
            </a:r>
            <a:r>
              <a:rPr lang="ja-JP" altLang="en-US" sz="2400" dirty="0"/>
              <a:t>の手番の状態</a:t>
            </a:r>
            <a:r>
              <a:rPr lang="en-US" altLang="ja-JP" sz="2400" dirty="0"/>
              <a:t>(max)</a:t>
            </a:r>
            <a:endParaRPr kumimoji="1" lang="ja-JP" altLang="en-US" sz="2400" dirty="0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58084917-12BA-4057-9A49-07F65A5C4244}"/>
              </a:ext>
            </a:extLst>
          </p:cNvPr>
          <p:cNvSpPr/>
          <p:nvPr/>
        </p:nvSpPr>
        <p:spPr>
          <a:xfrm>
            <a:off x="7953103" y="2411039"/>
            <a:ext cx="576000" cy="576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3569A62E-7B65-46BB-ADD7-D92BD2F273A7}"/>
              </a:ext>
            </a:extLst>
          </p:cNvPr>
          <p:cNvSpPr txBox="1"/>
          <p:nvPr/>
        </p:nvSpPr>
        <p:spPr>
          <a:xfrm>
            <a:off x="8529103" y="2514373"/>
            <a:ext cx="29995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B</a:t>
            </a:r>
            <a:r>
              <a:rPr lang="ja-JP" altLang="en-US" sz="2400" dirty="0"/>
              <a:t>の手番の状態</a:t>
            </a:r>
            <a:r>
              <a:rPr lang="en-US" altLang="ja-JP" sz="2400" dirty="0"/>
              <a:t>(min)</a:t>
            </a:r>
            <a:endParaRPr kumimoji="1" lang="ja-JP" altLang="en-US" sz="2400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0AE10B16-ABC6-4167-AA2A-452AC9226CDA}"/>
              </a:ext>
            </a:extLst>
          </p:cNvPr>
          <p:cNvSpPr txBox="1"/>
          <p:nvPr/>
        </p:nvSpPr>
        <p:spPr>
          <a:xfrm>
            <a:off x="8008272" y="3223721"/>
            <a:ext cx="36250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34988" algn="l"/>
              </a:tabLst>
            </a:pPr>
            <a:r>
              <a:rPr kumimoji="1" lang="en-US" altLang="ja-JP" sz="2400" dirty="0">
                <a:solidFill>
                  <a:srgbClr val="FF0000"/>
                </a:solidFill>
              </a:rPr>
              <a:t>50</a:t>
            </a:r>
            <a:r>
              <a:rPr kumimoji="1" lang="en-US" altLang="ja-JP" sz="2400" dirty="0"/>
              <a:t>	(A</a:t>
            </a:r>
            <a:r>
              <a:rPr kumimoji="1" lang="ja-JP" altLang="en-US" sz="2400" dirty="0"/>
              <a:t>にとっての</a:t>
            </a:r>
            <a:r>
              <a:rPr kumimoji="1" lang="en-US" altLang="ja-JP" sz="2400" dirty="0"/>
              <a:t>)</a:t>
            </a:r>
            <a:r>
              <a:rPr kumimoji="1" lang="ja-JP" altLang="en-US" sz="2400" dirty="0"/>
              <a:t>評価値</a:t>
            </a:r>
          </a:p>
        </p:txBody>
      </p:sp>
      <p:grpSp>
        <p:nvGrpSpPr>
          <p:cNvPr id="3" name="グループ化 2"/>
          <p:cNvGrpSpPr/>
          <p:nvPr/>
        </p:nvGrpSpPr>
        <p:grpSpPr>
          <a:xfrm>
            <a:off x="4113306" y="4155054"/>
            <a:ext cx="812193" cy="558958"/>
            <a:chOff x="4671803" y="3225817"/>
            <a:chExt cx="2301835" cy="1446841"/>
          </a:xfrm>
        </p:grpSpPr>
        <p:cxnSp>
          <p:nvCxnSpPr>
            <p:cNvPr id="29" name="直線コネクタ 28"/>
            <p:cNvCxnSpPr/>
            <p:nvPr/>
          </p:nvCxnSpPr>
          <p:spPr>
            <a:xfrm flipV="1">
              <a:off x="5814469" y="3225817"/>
              <a:ext cx="6481" cy="14425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コネクタ 29"/>
            <p:cNvCxnSpPr/>
            <p:nvPr/>
          </p:nvCxnSpPr>
          <p:spPr>
            <a:xfrm flipV="1">
              <a:off x="4671803" y="3232185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コネクタ 30"/>
            <p:cNvCxnSpPr/>
            <p:nvPr/>
          </p:nvCxnSpPr>
          <p:spPr>
            <a:xfrm flipH="1" flipV="1">
              <a:off x="5824490" y="3237593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グループ化 32"/>
          <p:cNvGrpSpPr/>
          <p:nvPr/>
        </p:nvGrpSpPr>
        <p:grpSpPr>
          <a:xfrm>
            <a:off x="5253731" y="4154230"/>
            <a:ext cx="812193" cy="558958"/>
            <a:chOff x="4671803" y="3225817"/>
            <a:chExt cx="2301835" cy="1446841"/>
          </a:xfrm>
        </p:grpSpPr>
        <p:cxnSp>
          <p:nvCxnSpPr>
            <p:cNvPr id="34" name="直線コネクタ 33"/>
            <p:cNvCxnSpPr/>
            <p:nvPr/>
          </p:nvCxnSpPr>
          <p:spPr>
            <a:xfrm flipV="1">
              <a:off x="5814469" y="3225817"/>
              <a:ext cx="6481" cy="14425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コネクタ 36"/>
            <p:cNvCxnSpPr/>
            <p:nvPr/>
          </p:nvCxnSpPr>
          <p:spPr>
            <a:xfrm flipV="1">
              <a:off x="4671803" y="3232185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コネクタ 37"/>
            <p:cNvCxnSpPr/>
            <p:nvPr/>
          </p:nvCxnSpPr>
          <p:spPr>
            <a:xfrm flipH="1" flipV="1">
              <a:off x="5824490" y="3237593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グループ化 38"/>
          <p:cNvGrpSpPr/>
          <p:nvPr/>
        </p:nvGrpSpPr>
        <p:grpSpPr>
          <a:xfrm>
            <a:off x="6407844" y="4159603"/>
            <a:ext cx="812193" cy="558958"/>
            <a:chOff x="4671803" y="3225817"/>
            <a:chExt cx="2301835" cy="1446841"/>
          </a:xfrm>
        </p:grpSpPr>
        <p:cxnSp>
          <p:nvCxnSpPr>
            <p:cNvPr id="40" name="直線コネクタ 39"/>
            <p:cNvCxnSpPr/>
            <p:nvPr/>
          </p:nvCxnSpPr>
          <p:spPr>
            <a:xfrm flipV="1">
              <a:off x="5814469" y="3225817"/>
              <a:ext cx="6481" cy="14425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コネクタ 40"/>
            <p:cNvCxnSpPr/>
            <p:nvPr/>
          </p:nvCxnSpPr>
          <p:spPr>
            <a:xfrm flipV="1">
              <a:off x="4671803" y="3232185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コネクタ 41"/>
            <p:cNvCxnSpPr/>
            <p:nvPr/>
          </p:nvCxnSpPr>
          <p:spPr>
            <a:xfrm flipH="1" flipV="1">
              <a:off x="5824490" y="3237593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グループ化 42"/>
          <p:cNvGrpSpPr/>
          <p:nvPr/>
        </p:nvGrpSpPr>
        <p:grpSpPr>
          <a:xfrm>
            <a:off x="941688" y="4146533"/>
            <a:ext cx="812193" cy="558958"/>
            <a:chOff x="4671803" y="3225817"/>
            <a:chExt cx="2301835" cy="1446841"/>
          </a:xfrm>
        </p:grpSpPr>
        <p:cxnSp>
          <p:nvCxnSpPr>
            <p:cNvPr id="44" name="直線コネクタ 43"/>
            <p:cNvCxnSpPr/>
            <p:nvPr/>
          </p:nvCxnSpPr>
          <p:spPr>
            <a:xfrm flipV="1">
              <a:off x="5814469" y="3225817"/>
              <a:ext cx="6481" cy="14425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コネクタ 47"/>
            <p:cNvCxnSpPr/>
            <p:nvPr/>
          </p:nvCxnSpPr>
          <p:spPr>
            <a:xfrm flipV="1">
              <a:off x="4671803" y="3232185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コネクタ 48"/>
            <p:cNvCxnSpPr/>
            <p:nvPr/>
          </p:nvCxnSpPr>
          <p:spPr>
            <a:xfrm flipH="1" flipV="1">
              <a:off x="5824490" y="3237593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グループ化 49"/>
          <p:cNvGrpSpPr/>
          <p:nvPr/>
        </p:nvGrpSpPr>
        <p:grpSpPr>
          <a:xfrm>
            <a:off x="1516094" y="5604751"/>
            <a:ext cx="812193" cy="558958"/>
            <a:chOff x="4671803" y="3225817"/>
            <a:chExt cx="2301835" cy="1446841"/>
          </a:xfrm>
        </p:grpSpPr>
        <p:cxnSp>
          <p:nvCxnSpPr>
            <p:cNvPr id="51" name="直線コネクタ 50"/>
            <p:cNvCxnSpPr/>
            <p:nvPr/>
          </p:nvCxnSpPr>
          <p:spPr>
            <a:xfrm flipV="1">
              <a:off x="5814469" y="3225817"/>
              <a:ext cx="6481" cy="14425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コネクタ 52"/>
            <p:cNvCxnSpPr/>
            <p:nvPr/>
          </p:nvCxnSpPr>
          <p:spPr>
            <a:xfrm flipV="1">
              <a:off x="4671803" y="3232185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コネクタ 54"/>
            <p:cNvCxnSpPr/>
            <p:nvPr/>
          </p:nvCxnSpPr>
          <p:spPr>
            <a:xfrm flipH="1" flipV="1">
              <a:off x="5824490" y="3237593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グループ化 55"/>
          <p:cNvGrpSpPr/>
          <p:nvPr/>
        </p:nvGrpSpPr>
        <p:grpSpPr>
          <a:xfrm>
            <a:off x="2656519" y="5603927"/>
            <a:ext cx="812193" cy="558958"/>
            <a:chOff x="4671803" y="3225817"/>
            <a:chExt cx="2301835" cy="1446841"/>
          </a:xfrm>
        </p:grpSpPr>
        <p:cxnSp>
          <p:nvCxnSpPr>
            <p:cNvPr id="57" name="直線コネクタ 56"/>
            <p:cNvCxnSpPr/>
            <p:nvPr/>
          </p:nvCxnSpPr>
          <p:spPr>
            <a:xfrm flipV="1">
              <a:off x="5814469" y="3225817"/>
              <a:ext cx="6481" cy="14425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コネクタ 57"/>
            <p:cNvCxnSpPr/>
            <p:nvPr/>
          </p:nvCxnSpPr>
          <p:spPr>
            <a:xfrm flipV="1">
              <a:off x="4671803" y="3232185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コネクタ 58"/>
            <p:cNvCxnSpPr/>
            <p:nvPr/>
          </p:nvCxnSpPr>
          <p:spPr>
            <a:xfrm flipH="1" flipV="1">
              <a:off x="5824490" y="3237593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グループ化 59"/>
          <p:cNvGrpSpPr/>
          <p:nvPr/>
        </p:nvGrpSpPr>
        <p:grpSpPr>
          <a:xfrm>
            <a:off x="3810632" y="5609300"/>
            <a:ext cx="812193" cy="558958"/>
            <a:chOff x="4671803" y="3225817"/>
            <a:chExt cx="2301835" cy="1446841"/>
          </a:xfrm>
        </p:grpSpPr>
        <p:cxnSp>
          <p:nvCxnSpPr>
            <p:cNvPr id="61" name="直線コネクタ 60"/>
            <p:cNvCxnSpPr/>
            <p:nvPr/>
          </p:nvCxnSpPr>
          <p:spPr>
            <a:xfrm flipV="1">
              <a:off x="5814469" y="3225817"/>
              <a:ext cx="6481" cy="14425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コネクタ 61"/>
            <p:cNvCxnSpPr/>
            <p:nvPr/>
          </p:nvCxnSpPr>
          <p:spPr>
            <a:xfrm flipV="1">
              <a:off x="4671803" y="3232185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コネクタ 62"/>
            <p:cNvCxnSpPr/>
            <p:nvPr/>
          </p:nvCxnSpPr>
          <p:spPr>
            <a:xfrm flipH="1" flipV="1">
              <a:off x="5824490" y="3237593"/>
              <a:ext cx="1149148" cy="1435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線コネクタ 14"/>
          <p:cNvCxnSpPr/>
          <p:nvPr/>
        </p:nvCxnSpPr>
        <p:spPr>
          <a:xfrm flipV="1">
            <a:off x="1333500" y="2705100"/>
            <a:ext cx="880528" cy="1447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コネクタ 86"/>
          <p:cNvCxnSpPr/>
          <p:nvPr/>
        </p:nvCxnSpPr>
        <p:spPr>
          <a:xfrm flipH="1" flipV="1">
            <a:off x="2203178" y="2705100"/>
            <a:ext cx="880528" cy="1447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/>
          <p:cNvCxnSpPr/>
          <p:nvPr/>
        </p:nvCxnSpPr>
        <p:spPr>
          <a:xfrm flipV="1">
            <a:off x="3068366" y="4146533"/>
            <a:ext cx="6481" cy="14425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コネクタ 88"/>
          <p:cNvCxnSpPr/>
          <p:nvPr/>
        </p:nvCxnSpPr>
        <p:spPr>
          <a:xfrm flipV="1">
            <a:off x="1925700" y="4152901"/>
            <a:ext cx="1149148" cy="14350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コネクタ 89"/>
          <p:cNvCxnSpPr/>
          <p:nvPr/>
        </p:nvCxnSpPr>
        <p:spPr>
          <a:xfrm flipH="1" flipV="1">
            <a:off x="3078387" y="4158309"/>
            <a:ext cx="1149148" cy="14350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楕円 53">
            <a:extLst>
              <a:ext uri="{FF2B5EF4-FFF2-40B4-BE49-F238E27FC236}">
                <a16:creationId xmlns:a16="http://schemas.microsoft.com/office/drawing/2014/main" id="{01A13DA0-25F4-462E-A2F1-243C628D7089}"/>
              </a:ext>
            </a:extLst>
          </p:cNvPr>
          <p:cNvSpPr/>
          <p:nvPr/>
        </p:nvSpPr>
        <p:spPr>
          <a:xfrm>
            <a:off x="1057003" y="3858533"/>
            <a:ext cx="576000" cy="576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74" name="楕円 73">
            <a:extLst>
              <a:ext uri="{FF2B5EF4-FFF2-40B4-BE49-F238E27FC236}">
                <a16:creationId xmlns:a16="http://schemas.microsoft.com/office/drawing/2014/main" id="{01A13DA0-25F4-462E-A2F1-243C628D7089}"/>
              </a:ext>
            </a:extLst>
          </p:cNvPr>
          <p:cNvSpPr/>
          <p:nvPr/>
        </p:nvSpPr>
        <p:spPr>
          <a:xfrm>
            <a:off x="2788834" y="3858533"/>
            <a:ext cx="576000" cy="576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79" name="楕円 78">
            <a:extLst>
              <a:ext uri="{FF2B5EF4-FFF2-40B4-BE49-F238E27FC236}">
                <a16:creationId xmlns:a16="http://schemas.microsoft.com/office/drawing/2014/main" id="{01A13DA0-25F4-462E-A2F1-243C628D7089}"/>
              </a:ext>
            </a:extLst>
          </p:cNvPr>
          <p:cNvSpPr/>
          <p:nvPr/>
        </p:nvSpPr>
        <p:spPr>
          <a:xfrm>
            <a:off x="4225653" y="3858533"/>
            <a:ext cx="576000" cy="576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80" name="楕円 79">
            <a:extLst>
              <a:ext uri="{FF2B5EF4-FFF2-40B4-BE49-F238E27FC236}">
                <a16:creationId xmlns:a16="http://schemas.microsoft.com/office/drawing/2014/main" id="{01A13DA0-25F4-462E-A2F1-243C628D7089}"/>
              </a:ext>
            </a:extLst>
          </p:cNvPr>
          <p:cNvSpPr/>
          <p:nvPr/>
        </p:nvSpPr>
        <p:spPr>
          <a:xfrm>
            <a:off x="5371828" y="3858533"/>
            <a:ext cx="576000" cy="576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81" name="楕円 80">
            <a:extLst>
              <a:ext uri="{FF2B5EF4-FFF2-40B4-BE49-F238E27FC236}">
                <a16:creationId xmlns:a16="http://schemas.microsoft.com/office/drawing/2014/main" id="{01A13DA0-25F4-462E-A2F1-243C628D7089}"/>
              </a:ext>
            </a:extLst>
          </p:cNvPr>
          <p:cNvSpPr/>
          <p:nvPr/>
        </p:nvSpPr>
        <p:spPr>
          <a:xfrm>
            <a:off x="6525941" y="3858533"/>
            <a:ext cx="576000" cy="576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58084917-12BA-4057-9A49-07F65A5C4244}"/>
              </a:ext>
            </a:extLst>
          </p:cNvPr>
          <p:cNvSpPr/>
          <p:nvPr/>
        </p:nvSpPr>
        <p:spPr>
          <a:xfrm>
            <a:off x="1922191" y="2419806"/>
            <a:ext cx="576000" cy="576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58084917-12BA-4057-9A49-07F65A5C4244}"/>
              </a:ext>
            </a:extLst>
          </p:cNvPr>
          <p:cNvSpPr/>
          <p:nvPr/>
        </p:nvSpPr>
        <p:spPr>
          <a:xfrm>
            <a:off x="1638028" y="5301108"/>
            <a:ext cx="576000" cy="576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58084917-12BA-4057-9A49-07F65A5C4244}"/>
              </a:ext>
            </a:extLst>
          </p:cNvPr>
          <p:cNvSpPr/>
          <p:nvPr/>
        </p:nvSpPr>
        <p:spPr>
          <a:xfrm>
            <a:off x="2786519" y="5297261"/>
            <a:ext cx="576000" cy="58369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58084917-12BA-4057-9A49-07F65A5C4244}"/>
              </a:ext>
            </a:extLst>
          </p:cNvPr>
          <p:cNvSpPr/>
          <p:nvPr/>
        </p:nvSpPr>
        <p:spPr>
          <a:xfrm>
            <a:off x="3935010" y="5297261"/>
            <a:ext cx="576000" cy="58369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64" name="テキスト ボックス 63"/>
          <p:cNvSpPr txBox="1"/>
          <p:nvPr/>
        </p:nvSpPr>
        <p:spPr>
          <a:xfrm>
            <a:off x="1081014" y="3937308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400" dirty="0">
                <a:solidFill>
                  <a:srgbClr val="FF0000"/>
                </a:solidFill>
              </a:rPr>
              <a:t>5</a:t>
            </a:r>
            <a:r>
              <a:rPr kumimoji="1" lang="en-US" altLang="ja-JP" sz="2400" dirty="0">
                <a:solidFill>
                  <a:srgbClr val="FF0000"/>
                </a:solidFill>
              </a:rPr>
              <a:t>0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65" name="テキスト ボックス 64"/>
          <p:cNvSpPr txBox="1"/>
          <p:nvPr/>
        </p:nvSpPr>
        <p:spPr>
          <a:xfrm>
            <a:off x="1652106" y="5378889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>
                <a:solidFill>
                  <a:srgbClr val="FF0000"/>
                </a:solidFill>
              </a:rPr>
              <a:t>40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66" name="テキスト ボックス 65"/>
          <p:cNvSpPr txBox="1"/>
          <p:nvPr/>
        </p:nvSpPr>
        <p:spPr>
          <a:xfrm>
            <a:off x="2798154" y="5378889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400" dirty="0">
                <a:solidFill>
                  <a:srgbClr val="FF0000"/>
                </a:solidFill>
              </a:rPr>
              <a:t>6</a:t>
            </a:r>
            <a:r>
              <a:rPr kumimoji="1" lang="en-US" altLang="ja-JP" sz="2400" dirty="0">
                <a:solidFill>
                  <a:srgbClr val="FF0000"/>
                </a:solidFill>
              </a:rPr>
              <a:t>0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68" name="テキスト ボックス 67"/>
          <p:cNvSpPr txBox="1"/>
          <p:nvPr/>
        </p:nvSpPr>
        <p:spPr>
          <a:xfrm>
            <a:off x="4254005" y="3937308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400" dirty="0">
                <a:solidFill>
                  <a:srgbClr val="FF0000"/>
                </a:solidFill>
              </a:rPr>
              <a:t>6</a:t>
            </a:r>
            <a:r>
              <a:rPr kumimoji="1" lang="en-US" altLang="ja-JP" sz="2400" dirty="0">
                <a:solidFill>
                  <a:srgbClr val="FF0000"/>
                </a:solidFill>
              </a:rPr>
              <a:t>0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69" name="テキスト ボックス 68"/>
          <p:cNvSpPr txBox="1"/>
          <p:nvPr/>
        </p:nvSpPr>
        <p:spPr>
          <a:xfrm>
            <a:off x="5399281" y="3942541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400" dirty="0">
                <a:solidFill>
                  <a:srgbClr val="FF0000"/>
                </a:solidFill>
              </a:rPr>
              <a:t>4</a:t>
            </a:r>
            <a:r>
              <a:rPr kumimoji="1" lang="en-US" altLang="ja-JP" sz="2400" dirty="0">
                <a:solidFill>
                  <a:srgbClr val="FF0000"/>
                </a:solidFill>
              </a:rPr>
              <a:t>0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grpSp>
        <p:nvGrpSpPr>
          <p:cNvPr id="10" name="グループ化 9"/>
          <p:cNvGrpSpPr/>
          <p:nvPr/>
        </p:nvGrpSpPr>
        <p:grpSpPr>
          <a:xfrm>
            <a:off x="2688052" y="3942268"/>
            <a:ext cx="739305" cy="1248857"/>
            <a:chOff x="2688052" y="3942268"/>
            <a:chExt cx="739305" cy="1248857"/>
          </a:xfrm>
        </p:grpSpPr>
        <p:sp>
          <p:nvSpPr>
            <p:cNvPr id="75" name="テキスト ボックス 74"/>
            <p:cNvSpPr txBox="1"/>
            <p:nvPr/>
          </p:nvSpPr>
          <p:spPr>
            <a:xfrm>
              <a:off x="2688052" y="3942268"/>
              <a:ext cx="73930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spc="-250" dirty="0">
                  <a:solidFill>
                    <a:srgbClr val="FF0000"/>
                  </a:solidFill>
                </a:rPr>
                <a:t>≧</a:t>
              </a:r>
              <a:r>
                <a:rPr lang="en-US" altLang="ja-JP" sz="2400" spc="-250" dirty="0">
                  <a:solidFill>
                    <a:srgbClr val="FF0000"/>
                  </a:solidFill>
                </a:rPr>
                <a:t>6</a:t>
              </a:r>
              <a:r>
                <a:rPr kumimoji="1" lang="en-US" altLang="ja-JP" sz="2400" spc="-250" dirty="0">
                  <a:solidFill>
                    <a:srgbClr val="FF0000"/>
                  </a:solidFill>
                </a:rPr>
                <a:t>0</a:t>
              </a:r>
              <a:endParaRPr kumimoji="1" lang="ja-JP" altLang="en-US" sz="2400" spc="-250" dirty="0">
                <a:solidFill>
                  <a:srgbClr val="FF0000"/>
                </a:solidFill>
              </a:endParaRPr>
            </a:p>
          </p:txBody>
        </p:sp>
        <p:cxnSp>
          <p:nvCxnSpPr>
            <p:cNvPr id="106" name="直線矢印コネクタ 105">
              <a:extLst>
                <a:ext uri="{FF2B5EF4-FFF2-40B4-BE49-F238E27FC236}">
                  <a16:creationId xmlns:a16="http://schemas.microsoft.com/office/drawing/2014/main" id="{3B4D31B6-3078-478A-8A1C-05439951DC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62275" y="4514851"/>
              <a:ext cx="9525" cy="67627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グループ化 76"/>
          <p:cNvGrpSpPr/>
          <p:nvPr/>
        </p:nvGrpSpPr>
        <p:grpSpPr>
          <a:xfrm>
            <a:off x="1949107" y="2499022"/>
            <a:ext cx="1316869" cy="1276521"/>
            <a:chOff x="6630176" y="1835973"/>
            <a:chExt cx="1316869" cy="1276521"/>
          </a:xfrm>
        </p:grpSpPr>
        <p:cxnSp>
          <p:nvCxnSpPr>
            <p:cNvPr id="78" name="直線矢印コネクタ 77">
              <a:extLst>
                <a:ext uri="{FF2B5EF4-FFF2-40B4-BE49-F238E27FC236}">
                  <a16:creationId xmlns:a16="http://schemas.microsoft.com/office/drawing/2014/main" id="{3B4D31B6-3078-478A-8A1C-05439951DC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98310" y="2396885"/>
              <a:ext cx="464084" cy="71560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テキスト ボックス 96">
              <a:extLst>
                <a:ext uri="{FF2B5EF4-FFF2-40B4-BE49-F238E27FC236}">
                  <a16:creationId xmlns:a16="http://schemas.microsoft.com/office/drawing/2014/main" id="{0801520B-72C5-4D9D-B68D-D57C4AB4A787}"/>
                </a:ext>
              </a:extLst>
            </p:cNvPr>
            <p:cNvSpPr txBox="1"/>
            <p:nvPr/>
          </p:nvSpPr>
          <p:spPr>
            <a:xfrm>
              <a:off x="7146826" y="1874368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dirty="0">
                  <a:solidFill>
                    <a:srgbClr val="FF0000"/>
                  </a:solidFill>
                </a:rPr>
                <a:t>確定</a:t>
              </a:r>
            </a:p>
          </p:txBody>
        </p:sp>
        <p:sp>
          <p:nvSpPr>
            <p:cNvPr id="98" name="テキスト ボックス 97"/>
            <p:cNvSpPr txBox="1"/>
            <p:nvPr/>
          </p:nvSpPr>
          <p:spPr>
            <a:xfrm>
              <a:off x="6630176" y="1835973"/>
              <a:ext cx="5277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>
                  <a:solidFill>
                    <a:srgbClr val="FF0000"/>
                  </a:solidFill>
                </a:rPr>
                <a:t>5</a:t>
              </a:r>
              <a:r>
                <a:rPr kumimoji="1" lang="en-US" altLang="ja-JP" sz="2400" dirty="0">
                  <a:solidFill>
                    <a:srgbClr val="FF0000"/>
                  </a:solidFill>
                </a:rPr>
                <a:t>0</a:t>
              </a:r>
              <a:endParaRPr kumimoji="1" lang="ja-JP" altLang="en-US" sz="24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7" name="グループ化 26"/>
          <p:cNvGrpSpPr/>
          <p:nvPr/>
        </p:nvGrpSpPr>
        <p:grpSpPr>
          <a:xfrm>
            <a:off x="3265976" y="2768250"/>
            <a:ext cx="2706606" cy="3577870"/>
            <a:chOff x="3265976" y="2768250"/>
            <a:chExt cx="2706606" cy="3577870"/>
          </a:xfrm>
        </p:grpSpPr>
        <p:sp>
          <p:nvSpPr>
            <p:cNvPr id="14" name="フリーフォーム 13"/>
            <p:cNvSpPr/>
            <p:nvPr/>
          </p:nvSpPr>
          <p:spPr>
            <a:xfrm>
              <a:off x="3425405" y="4758621"/>
              <a:ext cx="1720568" cy="1587499"/>
            </a:xfrm>
            <a:custGeom>
              <a:avLst/>
              <a:gdLst>
                <a:gd name="connsiteX0" fmla="*/ 134772 w 1411308"/>
                <a:gd name="connsiteY0" fmla="*/ 1186512 h 1362087"/>
                <a:gd name="connsiteX1" fmla="*/ 125247 w 1411308"/>
                <a:gd name="connsiteY1" fmla="*/ 357837 h 1362087"/>
                <a:gd name="connsiteX2" fmla="*/ 944397 w 1411308"/>
                <a:gd name="connsiteY2" fmla="*/ 43512 h 1362087"/>
                <a:gd name="connsiteX3" fmla="*/ 1382547 w 1411308"/>
                <a:gd name="connsiteY3" fmla="*/ 1262712 h 1362087"/>
                <a:gd name="connsiteX4" fmla="*/ 134772 w 1411308"/>
                <a:gd name="connsiteY4" fmla="*/ 1186512 h 1362087"/>
                <a:gd name="connsiteX0" fmla="*/ 174417 w 1361184"/>
                <a:gd name="connsiteY0" fmla="*/ 1283355 h 1407855"/>
                <a:gd name="connsiteX1" fmla="*/ 79167 w 1361184"/>
                <a:gd name="connsiteY1" fmla="*/ 359430 h 1407855"/>
                <a:gd name="connsiteX2" fmla="*/ 898317 w 1361184"/>
                <a:gd name="connsiteY2" fmla="*/ 45105 h 1407855"/>
                <a:gd name="connsiteX3" fmla="*/ 1336467 w 1361184"/>
                <a:gd name="connsiteY3" fmla="*/ 1264305 h 1407855"/>
                <a:gd name="connsiteX4" fmla="*/ 174417 w 1361184"/>
                <a:gd name="connsiteY4" fmla="*/ 1283355 h 1407855"/>
                <a:gd name="connsiteX0" fmla="*/ 142472 w 1329239"/>
                <a:gd name="connsiteY0" fmla="*/ 1283355 h 1422164"/>
                <a:gd name="connsiteX1" fmla="*/ 47222 w 1329239"/>
                <a:gd name="connsiteY1" fmla="*/ 359430 h 1422164"/>
                <a:gd name="connsiteX2" fmla="*/ 866372 w 1329239"/>
                <a:gd name="connsiteY2" fmla="*/ 45105 h 1422164"/>
                <a:gd name="connsiteX3" fmla="*/ 1304522 w 1329239"/>
                <a:gd name="connsiteY3" fmla="*/ 1264305 h 1422164"/>
                <a:gd name="connsiteX4" fmla="*/ 142472 w 1329239"/>
                <a:gd name="connsiteY4" fmla="*/ 1283355 h 1422164"/>
                <a:gd name="connsiteX0" fmla="*/ 174416 w 1361183"/>
                <a:gd name="connsiteY0" fmla="*/ 1283355 h 1388017"/>
                <a:gd name="connsiteX1" fmla="*/ 79166 w 1361183"/>
                <a:gd name="connsiteY1" fmla="*/ 359430 h 1388017"/>
                <a:gd name="connsiteX2" fmla="*/ 898316 w 1361183"/>
                <a:gd name="connsiteY2" fmla="*/ 45105 h 1388017"/>
                <a:gd name="connsiteX3" fmla="*/ 1336466 w 1361183"/>
                <a:gd name="connsiteY3" fmla="*/ 1264305 h 1388017"/>
                <a:gd name="connsiteX4" fmla="*/ 174416 w 1361183"/>
                <a:gd name="connsiteY4" fmla="*/ 1283355 h 1388017"/>
                <a:gd name="connsiteX0" fmla="*/ 131897 w 1318664"/>
                <a:gd name="connsiteY0" fmla="*/ 1283355 h 1360854"/>
                <a:gd name="connsiteX1" fmla="*/ 36647 w 1318664"/>
                <a:gd name="connsiteY1" fmla="*/ 359430 h 1360854"/>
                <a:gd name="connsiteX2" fmla="*/ 855797 w 1318664"/>
                <a:gd name="connsiteY2" fmla="*/ 45105 h 1360854"/>
                <a:gd name="connsiteX3" fmla="*/ 1293947 w 1318664"/>
                <a:gd name="connsiteY3" fmla="*/ 1264305 h 1360854"/>
                <a:gd name="connsiteX4" fmla="*/ 131897 w 1318664"/>
                <a:gd name="connsiteY4" fmla="*/ 1283355 h 1360854"/>
                <a:gd name="connsiteX0" fmla="*/ 131897 w 1294049"/>
                <a:gd name="connsiteY0" fmla="*/ 1283355 h 1283357"/>
                <a:gd name="connsiteX1" fmla="*/ 36647 w 1294049"/>
                <a:gd name="connsiteY1" fmla="*/ 359430 h 1283357"/>
                <a:gd name="connsiteX2" fmla="*/ 855797 w 1294049"/>
                <a:gd name="connsiteY2" fmla="*/ 45105 h 1283357"/>
                <a:gd name="connsiteX3" fmla="*/ 1293947 w 1294049"/>
                <a:gd name="connsiteY3" fmla="*/ 1264305 h 1283357"/>
                <a:gd name="connsiteX4" fmla="*/ 131897 w 1294049"/>
                <a:gd name="connsiteY4" fmla="*/ 1283355 h 1283357"/>
                <a:gd name="connsiteX0" fmla="*/ 182530 w 1497089"/>
                <a:gd name="connsiteY0" fmla="*/ 1283355 h 1350051"/>
                <a:gd name="connsiteX1" fmla="*/ 87280 w 1497089"/>
                <a:gd name="connsiteY1" fmla="*/ 359430 h 1350051"/>
                <a:gd name="connsiteX2" fmla="*/ 906430 w 1497089"/>
                <a:gd name="connsiteY2" fmla="*/ 45105 h 1350051"/>
                <a:gd name="connsiteX3" fmla="*/ 1496980 w 1497089"/>
                <a:gd name="connsiteY3" fmla="*/ 1273830 h 1350051"/>
                <a:gd name="connsiteX4" fmla="*/ 182530 w 1497089"/>
                <a:gd name="connsiteY4" fmla="*/ 1283355 h 1350051"/>
                <a:gd name="connsiteX0" fmla="*/ 132619 w 1447160"/>
                <a:gd name="connsiteY0" fmla="*/ 1283355 h 1286780"/>
                <a:gd name="connsiteX1" fmla="*/ 37369 w 1447160"/>
                <a:gd name="connsiteY1" fmla="*/ 359430 h 1286780"/>
                <a:gd name="connsiteX2" fmla="*/ 856519 w 1447160"/>
                <a:gd name="connsiteY2" fmla="*/ 45105 h 1286780"/>
                <a:gd name="connsiteX3" fmla="*/ 1447069 w 1447160"/>
                <a:gd name="connsiteY3" fmla="*/ 1273830 h 1286780"/>
                <a:gd name="connsiteX4" fmla="*/ 132619 w 1447160"/>
                <a:gd name="connsiteY4" fmla="*/ 1283355 h 1286780"/>
                <a:gd name="connsiteX0" fmla="*/ 176542 w 1491101"/>
                <a:gd name="connsiteY0" fmla="*/ 1271961 h 1328783"/>
                <a:gd name="connsiteX1" fmla="*/ 90817 w 1491101"/>
                <a:gd name="connsiteY1" fmla="*/ 481386 h 1328783"/>
                <a:gd name="connsiteX2" fmla="*/ 900442 w 1491101"/>
                <a:gd name="connsiteY2" fmla="*/ 33711 h 1328783"/>
                <a:gd name="connsiteX3" fmla="*/ 1490992 w 1491101"/>
                <a:gd name="connsiteY3" fmla="*/ 1262436 h 1328783"/>
                <a:gd name="connsiteX4" fmla="*/ 176542 w 1491101"/>
                <a:gd name="connsiteY4" fmla="*/ 1271961 h 1328783"/>
                <a:gd name="connsiteX0" fmla="*/ 178470 w 1513583"/>
                <a:gd name="connsiteY0" fmla="*/ 1182817 h 1298800"/>
                <a:gd name="connsiteX1" fmla="*/ 92745 w 1513583"/>
                <a:gd name="connsiteY1" fmla="*/ 392242 h 1298800"/>
                <a:gd name="connsiteX2" fmla="*/ 930945 w 1513583"/>
                <a:gd name="connsiteY2" fmla="*/ 39817 h 1298800"/>
                <a:gd name="connsiteX3" fmla="*/ 1492920 w 1513583"/>
                <a:gd name="connsiteY3" fmla="*/ 1173292 h 1298800"/>
                <a:gd name="connsiteX4" fmla="*/ 178470 w 1513583"/>
                <a:gd name="connsiteY4" fmla="*/ 1182817 h 1298800"/>
                <a:gd name="connsiteX0" fmla="*/ 190668 w 1525781"/>
                <a:gd name="connsiteY0" fmla="*/ 1318575 h 1461072"/>
                <a:gd name="connsiteX1" fmla="*/ 85893 w 1525781"/>
                <a:gd name="connsiteY1" fmla="*/ 99375 h 1461072"/>
                <a:gd name="connsiteX2" fmla="*/ 943143 w 1525781"/>
                <a:gd name="connsiteY2" fmla="*/ 175575 h 1461072"/>
                <a:gd name="connsiteX3" fmla="*/ 1505118 w 1525781"/>
                <a:gd name="connsiteY3" fmla="*/ 1309050 h 1461072"/>
                <a:gd name="connsiteX4" fmla="*/ 190668 w 1525781"/>
                <a:gd name="connsiteY4" fmla="*/ 1318575 h 1461072"/>
                <a:gd name="connsiteX0" fmla="*/ 182078 w 1509052"/>
                <a:gd name="connsiteY0" fmla="*/ 1373465 h 1522916"/>
                <a:gd name="connsiteX1" fmla="*/ 77303 w 1509052"/>
                <a:gd name="connsiteY1" fmla="*/ 154265 h 1522916"/>
                <a:gd name="connsiteX2" fmla="*/ 810728 w 1509052"/>
                <a:gd name="connsiteY2" fmla="*/ 116165 h 1522916"/>
                <a:gd name="connsiteX3" fmla="*/ 1496528 w 1509052"/>
                <a:gd name="connsiteY3" fmla="*/ 1363940 h 1522916"/>
                <a:gd name="connsiteX4" fmla="*/ 182078 w 1509052"/>
                <a:gd name="connsiteY4" fmla="*/ 1373465 h 1522916"/>
                <a:gd name="connsiteX0" fmla="*/ 172975 w 1494225"/>
                <a:gd name="connsiteY0" fmla="*/ 1368029 h 1516894"/>
                <a:gd name="connsiteX1" fmla="*/ 68200 w 1494225"/>
                <a:gd name="connsiteY1" fmla="*/ 148829 h 1516894"/>
                <a:gd name="connsiteX2" fmla="*/ 668275 w 1494225"/>
                <a:gd name="connsiteY2" fmla="*/ 120254 h 1516894"/>
                <a:gd name="connsiteX3" fmla="*/ 1487425 w 1494225"/>
                <a:gd name="connsiteY3" fmla="*/ 1358504 h 1516894"/>
                <a:gd name="connsiteX4" fmla="*/ 172975 w 1494225"/>
                <a:gd name="connsiteY4" fmla="*/ 1368029 h 1516894"/>
                <a:gd name="connsiteX0" fmla="*/ 190003 w 1524366"/>
                <a:gd name="connsiteY0" fmla="*/ 1352674 h 1499786"/>
                <a:gd name="connsiteX1" fmla="*/ 85228 w 1524366"/>
                <a:gd name="connsiteY1" fmla="*/ 133474 h 1499786"/>
                <a:gd name="connsiteX2" fmla="*/ 932953 w 1524366"/>
                <a:gd name="connsiteY2" fmla="*/ 133474 h 1499786"/>
                <a:gd name="connsiteX3" fmla="*/ 1504453 w 1524366"/>
                <a:gd name="connsiteY3" fmla="*/ 1343149 h 1499786"/>
                <a:gd name="connsiteX4" fmla="*/ 190003 w 1524366"/>
                <a:gd name="connsiteY4" fmla="*/ 1352674 h 1499786"/>
                <a:gd name="connsiteX0" fmla="*/ 188006 w 1485647"/>
                <a:gd name="connsiteY0" fmla="*/ 1352674 h 1400935"/>
                <a:gd name="connsiteX1" fmla="*/ 83231 w 1485647"/>
                <a:gd name="connsiteY1" fmla="*/ 133474 h 1400935"/>
                <a:gd name="connsiteX2" fmla="*/ 930956 w 1485647"/>
                <a:gd name="connsiteY2" fmla="*/ 133474 h 1400935"/>
                <a:gd name="connsiteX3" fmla="*/ 1464356 w 1485647"/>
                <a:gd name="connsiteY3" fmla="*/ 1057399 h 1400935"/>
                <a:gd name="connsiteX4" fmla="*/ 188006 w 1485647"/>
                <a:gd name="connsiteY4" fmla="*/ 1352674 h 1400935"/>
                <a:gd name="connsiteX0" fmla="*/ 188006 w 1468508"/>
                <a:gd name="connsiteY0" fmla="*/ 1352674 h 1405544"/>
                <a:gd name="connsiteX1" fmla="*/ 83231 w 1468508"/>
                <a:gd name="connsiteY1" fmla="*/ 133474 h 1405544"/>
                <a:gd name="connsiteX2" fmla="*/ 930956 w 1468508"/>
                <a:gd name="connsiteY2" fmla="*/ 133474 h 1405544"/>
                <a:gd name="connsiteX3" fmla="*/ 1464356 w 1468508"/>
                <a:gd name="connsiteY3" fmla="*/ 1057399 h 1405544"/>
                <a:gd name="connsiteX4" fmla="*/ 188006 w 1468508"/>
                <a:gd name="connsiteY4" fmla="*/ 1352674 h 1405544"/>
                <a:gd name="connsiteX0" fmla="*/ 136253 w 1558618"/>
                <a:gd name="connsiteY0" fmla="*/ 1023046 h 1144997"/>
                <a:gd name="connsiteX1" fmla="*/ 150540 w 1558618"/>
                <a:gd name="connsiteY1" fmla="*/ 113408 h 1144997"/>
                <a:gd name="connsiteX2" fmla="*/ 998265 w 1558618"/>
                <a:gd name="connsiteY2" fmla="*/ 113408 h 1144997"/>
                <a:gd name="connsiteX3" fmla="*/ 1531665 w 1558618"/>
                <a:gd name="connsiteY3" fmla="*/ 1037333 h 1144997"/>
                <a:gd name="connsiteX4" fmla="*/ 136253 w 1558618"/>
                <a:gd name="connsiteY4" fmla="*/ 1023046 h 1144997"/>
                <a:gd name="connsiteX0" fmla="*/ 60155 w 1482520"/>
                <a:gd name="connsiteY0" fmla="*/ 1023046 h 1159112"/>
                <a:gd name="connsiteX1" fmla="*/ 74442 w 1482520"/>
                <a:gd name="connsiteY1" fmla="*/ 113408 h 1159112"/>
                <a:gd name="connsiteX2" fmla="*/ 922167 w 1482520"/>
                <a:gd name="connsiteY2" fmla="*/ 113408 h 1159112"/>
                <a:gd name="connsiteX3" fmla="*/ 1455567 w 1482520"/>
                <a:gd name="connsiteY3" fmla="*/ 1037333 h 1159112"/>
                <a:gd name="connsiteX4" fmla="*/ 60155 w 1482520"/>
                <a:gd name="connsiteY4" fmla="*/ 1023046 h 1159112"/>
                <a:gd name="connsiteX0" fmla="*/ 60155 w 1467925"/>
                <a:gd name="connsiteY0" fmla="*/ 1023046 h 1162263"/>
                <a:gd name="connsiteX1" fmla="*/ 74442 w 1467925"/>
                <a:gd name="connsiteY1" fmla="*/ 113408 h 1162263"/>
                <a:gd name="connsiteX2" fmla="*/ 922167 w 1467925"/>
                <a:gd name="connsiteY2" fmla="*/ 113408 h 1162263"/>
                <a:gd name="connsiteX3" fmla="*/ 1455567 w 1467925"/>
                <a:gd name="connsiteY3" fmla="*/ 1037333 h 1162263"/>
                <a:gd name="connsiteX4" fmla="*/ 388766 w 1467925"/>
                <a:gd name="connsiteY4" fmla="*/ 1151633 h 1162263"/>
                <a:gd name="connsiteX5" fmla="*/ 60155 w 1467925"/>
                <a:gd name="connsiteY5" fmla="*/ 1023046 h 1162263"/>
                <a:gd name="connsiteX0" fmla="*/ 58196 w 1474681"/>
                <a:gd name="connsiteY0" fmla="*/ 1023046 h 1385025"/>
                <a:gd name="connsiteX1" fmla="*/ 72483 w 1474681"/>
                <a:gd name="connsiteY1" fmla="*/ 113408 h 1385025"/>
                <a:gd name="connsiteX2" fmla="*/ 920208 w 1474681"/>
                <a:gd name="connsiteY2" fmla="*/ 113408 h 1385025"/>
                <a:gd name="connsiteX3" fmla="*/ 1453608 w 1474681"/>
                <a:gd name="connsiteY3" fmla="*/ 1037333 h 1385025"/>
                <a:gd name="connsiteX4" fmla="*/ 182020 w 1474681"/>
                <a:gd name="connsiteY4" fmla="*/ 1384995 h 1385025"/>
                <a:gd name="connsiteX5" fmla="*/ 58196 w 1474681"/>
                <a:gd name="connsiteY5" fmla="*/ 1023046 h 1385025"/>
                <a:gd name="connsiteX0" fmla="*/ 58196 w 1474681"/>
                <a:gd name="connsiteY0" fmla="*/ 1023046 h 1385025"/>
                <a:gd name="connsiteX1" fmla="*/ 72483 w 1474681"/>
                <a:gd name="connsiteY1" fmla="*/ 113408 h 1385025"/>
                <a:gd name="connsiteX2" fmla="*/ 920208 w 1474681"/>
                <a:gd name="connsiteY2" fmla="*/ 113408 h 1385025"/>
                <a:gd name="connsiteX3" fmla="*/ 1453608 w 1474681"/>
                <a:gd name="connsiteY3" fmla="*/ 1037333 h 1385025"/>
                <a:gd name="connsiteX4" fmla="*/ 182020 w 1474681"/>
                <a:gd name="connsiteY4" fmla="*/ 1384995 h 1385025"/>
                <a:gd name="connsiteX5" fmla="*/ 58196 w 1474681"/>
                <a:gd name="connsiteY5" fmla="*/ 1023046 h 1385025"/>
                <a:gd name="connsiteX0" fmla="*/ 58196 w 1474681"/>
                <a:gd name="connsiteY0" fmla="*/ 1023046 h 1385025"/>
                <a:gd name="connsiteX1" fmla="*/ 72483 w 1474681"/>
                <a:gd name="connsiteY1" fmla="*/ 113408 h 1385025"/>
                <a:gd name="connsiteX2" fmla="*/ 920208 w 1474681"/>
                <a:gd name="connsiteY2" fmla="*/ 113408 h 1385025"/>
                <a:gd name="connsiteX3" fmla="*/ 1453608 w 1474681"/>
                <a:gd name="connsiteY3" fmla="*/ 1037333 h 1385025"/>
                <a:gd name="connsiteX4" fmla="*/ 182020 w 1474681"/>
                <a:gd name="connsiteY4" fmla="*/ 1384995 h 1385025"/>
                <a:gd name="connsiteX5" fmla="*/ 58196 w 1474681"/>
                <a:gd name="connsiteY5" fmla="*/ 1023046 h 1385025"/>
                <a:gd name="connsiteX0" fmla="*/ 58196 w 1484728"/>
                <a:gd name="connsiteY0" fmla="*/ 1023046 h 1386929"/>
                <a:gd name="connsiteX1" fmla="*/ 72483 w 1484728"/>
                <a:gd name="connsiteY1" fmla="*/ 113408 h 1386929"/>
                <a:gd name="connsiteX2" fmla="*/ 920208 w 1484728"/>
                <a:gd name="connsiteY2" fmla="*/ 113408 h 1386929"/>
                <a:gd name="connsiteX3" fmla="*/ 1453608 w 1484728"/>
                <a:gd name="connsiteY3" fmla="*/ 1037333 h 1386929"/>
                <a:gd name="connsiteX4" fmla="*/ 1286920 w 1484728"/>
                <a:gd name="connsiteY4" fmla="*/ 1161158 h 1386929"/>
                <a:gd name="connsiteX5" fmla="*/ 182020 w 1484728"/>
                <a:gd name="connsiteY5" fmla="*/ 1384995 h 1386929"/>
                <a:gd name="connsiteX6" fmla="*/ 58196 w 1484728"/>
                <a:gd name="connsiteY6" fmla="*/ 1023046 h 1386929"/>
                <a:gd name="connsiteX0" fmla="*/ 58196 w 1548841"/>
                <a:gd name="connsiteY0" fmla="*/ 1023046 h 1408258"/>
                <a:gd name="connsiteX1" fmla="*/ 72483 w 1548841"/>
                <a:gd name="connsiteY1" fmla="*/ 113408 h 1408258"/>
                <a:gd name="connsiteX2" fmla="*/ 920208 w 1548841"/>
                <a:gd name="connsiteY2" fmla="*/ 113408 h 1408258"/>
                <a:gd name="connsiteX3" fmla="*/ 1453608 w 1548841"/>
                <a:gd name="connsiteY3" fmla="*/ 1037333 h 1408258"/>
                <a:gd name="connsiteX4" fmla="*/ 1420270 w 1548841"/>
                <a:gd name="connsiteY4" fmla="*/ 1370708 h 1408258"/>
                <a:gd name="connsiteX5" fmla="*/ 182020 w 1548841"/>
                <a:gd name="connsiteY5" fmla="*/ 1384995 h 1408258"/>
                <a:gd name="connsiteX6" fmla="*/ 58196 w 1548841"/>
                <a:gd name="connsiteY6" fmla="*/ 1023046 h 1408258"/>
                <a:gd name="connsiteX0" fmla="*/ 58196 w 1548841"/>
                <a:gd name="connsiteY0" fmla="*/ 1023046 h 1393265"/>
                <a:gd name="connsiteX1" fmla="*/ 72483 w 1548841"/>
                <a:gd name="connsiteY1" fmla="*/ 113408 h 1393265"/>
                <a:gd name="connsiteX2" fmla="*/ 920208 w 1548841"/>
                <a:gd name="connsiteY2" fmla="*/ 113408 h 1393265"/>
                <a:gd name="connsiteX3" fmla="*/ 1453608 w 1548841"/>
                <a:gd name="connsiteY3" fmla="*/ 1037333 h 1393265"/>
                <a:gd name="connsiteX4" fmla="*/ 1420270 w 1548841"/>
                <a:gd name="connsiteY4" fmla="*/ 1370708 h 1393265"/>
                <a:gd name="connsiteX5" fmla="*/ 182020 w 1548841"/>
                <a:gd name="connsiteY5" fmla="*/ 1384995 h 1393265"/>
                <a:gd name="connsiteX6" fmla="*/ 58196 w 1548841"/>
                <a:gd name="connsiteY6" fmla="*/ 1023046 h 1393265"/>
                <a:gd name="connsiteX0" fmla="*/ 58196 w 1485539"/>
                <a:gd name="connsiteY0" fmla="*/ 1023046 h 1393265"/>
                <a:gd name="connsiteX1" fmla="*/ 72483 w 1485539"/>
                <a:gd name="connsiteY1" fmla="*/ 113408 h 1393265"/>
                <a:gd name="connsiteX2" fmla="*/ 920208 w 1485539"/>
                <a:gd name="connsiteY2" fmla="*/ 113408 h 1393265"/>
                <a:gd name="connsiteX3" fmla="*/ 1453608 w 1485539"/>
                <a:gd name="connsiteY3" fmla="*/ 1037333 h 1393265"/>
                <a:gd name="connsiteX4" fmla="*/ 1420270 w 1485539"/>
                <a:gd name="connsiteY4" fmla="*/ 1370708 h 1393265"/>
                <a:gd name="connsiteX5" fmla="*/ 182020 w 1485539"/>
                <a:gd name="connsiteY5" fmla="*/ 1384995 h 1393265"/>
                <a:gd name="connsiteX6" fmla="*/ 58196 w 1485539"/>
                <a:gd name="connsiteY6" fmla="*/ 1023046 h 1393265"/>
                <a:gd name="connsiteX0" fmla="*/ 58196 w 1589204"/>
                <a:gd name="connsiteY0" fmla="*/ 1023046 h 1393265"/>
                <a:gd name="connsiteX1" fmla="*/ 72483 w 1589204"/>
                <a:gd name="connsiteY1" fmla="*/ 113408 h 1393265"/>
                <a:gd name="connsiteX2" fmla="*/ 920208 w 1589204"/>
                <a:gd name="connsiteY2" fmla="*/ 113408 h 1393265"/>
                <a:gd name="connsiteX3" fmla="*/ 1453608 w 1589204"/>
                <a:gd name="connsiteY3" fmla="*/ 1037333 h 1393265"/>
                <a:gd name="connsiteX4" fmla="*/ 1586958 w 1589204"/>
                <a:gd name="connsiteY4" fmla="*/ 1370708 h 1393265"/>
                <a:gd name="connsiteX5" fmla="*/ 182020 w 1589204"/>
                <a:gd name="connsiteY5" fmla="*/ 1384995 h 1393265"/>
                <a:gd name="connsiteX6" fmla="*/ 58196 w 1589204"/>
                <a:gd name="connsiteY6" fmla="*/ 1023046 h 1393265"/>
                <a:gd name="connsiteX0" fmla="*/ 58196 w 1586958"/>
                <a:gd name="connsiteY0" fmla="*/ 1023046 h 1393265"/>
                <a:gd name="connsiteX1" fmla="*/ 72483 w 1586958"/>
                <a:gd name="connsiteY1" fmla="*/ 113408 h 1393265"/>
                <a:gd name="connsiteX2" fmla="*/ 920208 w 1586958"/>
                <a:gd name="connsiteY2" fmla="*/ 113408 h 1393265"/>
                <a:gd name="connsiteX3" fmla="*/ 1453608 w 1586958"/>
                <a:gd name="connsiteY3" fmla="*/ 1037333 h 1393265"/>
                <a:gd name="connsiteX4" fmla="*/ 1586958 w 1586958"/>
                <a:gd name="connsiteY4" fmla="*/ 1370708 h 1393265"/>
                <a:gd name="connsiteX5" fmla="*/ 182020 w 1586958"/>
                <a:gd name="connsiteY5" fmla="*/ 1384995 h 1393265"/>
                <a:gd name="connsiteX6" fmla="*/ 58196 w 1586958"/>
                <a:gd name="connsiteY6" fmla="*/ 1023046 h 1393265"/>
                <a:gd name="connsiteX0" fmla="*/ 58196 w 1586958"/>
                <a:gd name="connsiteY0" fmla="*/ 1023046 h 1393265"/>
                <a:gd name="connsiteX1" fmla="*/ 72483 w 1586958"/>
                <a:gd name="connsiteY1" fmla="*/ 113408 h 1393265"/>
                <a:gd name="connsiteX2" fmla="*/ 920208 w 1586958"/>
                <a:gd name="connsiteY2" fmla="*/ 113408 h 1393265"/>
                <a:gd name="connsiteX3" fmla="*/ 1248821 w 1586958"/>
                <a:gd name="connsiteY3" fmla="*/ 637283 h 1393265"/>
                <a:gd name="connsiteX4" fmla="*/ 1586958 w 1586958"/>
                <a:gd name="connsiteY4" fmla="*/ 1370708 h 1393265"/>
                <a:gd name="connsiteX5" fmla="*/ 182020 w 1586958"/>
                <a:gd name="connsiteY5" fmla="*/ 1384995 h 1393265"/>
                <a:gd name="connsiteX6" fmla="*/ 58196 w 1586958"/>
                <a:gd name="connsiteY6" fmla="*/ 1023046 h 1393265"/>
                <a:gd name="connsiteX0" fmla="*/ 54029 w 1582791"/>
                <a:gd name="connsiteY0" fmla="*/ 1039928 h 1410147"/>
                <a:gd name="connsiteX1" fmla="*/ 68316 w 1582791"/>
                <a:gd name="connsiteY1" fmla="*/ 130290 h 1410147"/>
                <a:gd name="connsiteX2" fmla="*/ 858891 w 1582791"/>
                <a:gd name="connsiteY2" fmla="*/ 101715 h 1410147"/>
                <a:gd name="connsiteX3" fmla="*/ 1244654 w 1582791"/>
                <a:gd name="connsiteY3" fmla="*/ 654165 h 1410147"/>
                <a:gd name="connsiteX4" fmla="*/ 1582791 w 1582791"/>
                <a:gd name="connsiteY4" fmla="*/ 1387590 h 1410147"/>
                <a:gd name="connsiteX5" fmla="*/ 177853 w 1582791"/>
                <a:gd name="connsiteY5" fmla="*/ 1401877 h 1410147"/>
                <a:gd name="connsiteX6" fmla="*/ 54029 w 1582791"/>
                <a:gd name="connsiteY6" fmla="*/ 1039928 h 1410147"/>
                <a:gd name="connsiteX0" fmla="*/ 54029 w 1582791"/>
                <a:gd name="connsiteY0" fmla="*/ 1039928 h 1410147"/>
                <a:gd name="connsiteX1" fmla="*/ 68316 w 1582791"/>
                <a:gd name="connsiteY1" fmla="*/ 130290 h 1410147"/>
                <a:gd name="connsiteX2" fmla="*/ 858891 w 1582791"/>
                <a:gd name="connsiteY2" fmla="*/ 101715 h 1410147"/>
                <a:gd name="connsiteX3" fmla="*/ 1244654 w 1582791"/>
                <a:gd name="connsiteY3" fmla="*/ 654165 h 1410147"/>
                <a:gd name="connsiteX4" fmla="*/ 1582791 w 1582791"/>
                <a:gd name="connsiteY4" fmla="*/ 1387590 h 1410147"/>
                <a:gd name="connsiteX5" fmla="*/ 177853 w 1582791"/>
                <a:gd name="connsiteY5" fmla="*/ 1401877 h 1410147"/>
                <a:gd name="connsiteX6" fmla="*/ 54029 w 1582791"/>
                <a:gd name="connsiteY6" fmla="*/ 1039928 h 1410147"/>
                <a:gd name="connsiteX0" fmla="*/ 54029 w 1582791"/>
                <a:gd name="connsiteY0" fmla="*/ 1012485 h 1382704"/>
                <a:gd name="connsiteX1" fmla="*/ 68316 w 1582791"/>
                <a:gd name="connsiteY1" fmla="*/ 102847 h 1382704"/>
                <a:gd name="connsiteX2" fmla="*/ 858891 w 1582791"/>
                <a:gd name="connsiteY2" fmla="*/ 74272 h 1382704"/>
                <a:gd name="connsiteX3" fmla="*/ 1244654 w 1582791"/>
                <a:gd name="connsiteY3" fmla="*/ 626722 h 1382704"/>
                <a:gd name="connsiteX4" fmla="*/ 1582791 w 1582791"/>
                <a:gd name="connsiteY4" fmla="*/ 1360147 h 1382704"/>
                <a:gd name="connsiteX5" fmla="*/ 177853 w 1582791"/>
                <a:gd name="connsiteY5" fmla="*/ 1374434 h 1382704"/>
                <a:gd name="connsiteX6" fmla="*/ 54029 w 1582791"/>
                <a:gd name="connsiteY6" fmla="*/ 1012485 h 1382704"/>
                <a:gd name="connsiteX0" fmla="*/ 54029 w 1582791"/>
                <a:gd name="connsiteY0" fmla="*/ 1012485 h 1382704"/>
                <a:gd name="connsiteX1" fmla="*/ 68316 w 1582791"/>
                <a:gd name="connsiteY1" fmla="*/ 102847 h 1382704"/>
                <a:gd name="connsiteX2" fmla="*/ 858891 w 1582791"/>
                <a:gd name="connsiteY2" fmla="*/ 74272 h 1382704"/>
                <a:gd name="connsiteX3" fmla="*/ 1354191 w 1582791"/>
                <a:gd name="connsiteY3" fmla="*/ 612435 h 1382704"/>
                <a:gd name="connsiteX4" fmla="*/ 1582791 w 1582791"/>
                <a:gd name="connsiteY4" fmla="*/ 1360147 h 1382704"/>
                <a:gd name="connsiteX5" fmla="*/ 177853 w 1582791"/>
                <a:gd name="connsiteY5" fmla="*/ 1374434 h 1382704"/>
                <a:gd name="connsiteX6" fmla="*/ 54029 w 1582791"/>
                <a:gd name="connsiteY6" fmla="*/ 1012485 h 1382704"/>
                <a:gd name="connsiteX0" fmla="*/ 54029 w 1582791"/>
                <a:gd name="connsiteY0" fmla="*/ 1012485 h 1382704"/>
                <a:gd name="connsiteX1" fmla="*/ 68316 w 1582791"/>
                <a:gd name="connsiteY1" fmla="*/ 102847 h 1382704"/>
                <a:gd name="connsiteX2" fmla="*/ 858891 w 1582791"/>
                <a:gd name="connsiteY2" fmla="*/ 74272 h 1382704"/>
                <a:gd name="connsiteX3" fmla="*/ 1354191 w 1582791"/>
                <a:gd name="connsiteY3" fmla="*/ 612435 h 1382704"/>
                <a:gd name="connsiteX4" fmla="*/ 1582791 w 1582791"/>
                <a:gd name="connsiteY4" fmla="*/ 1360147 h 1382704"/>
                <a:gd name="connsiteX5" fmla="*/ 177853 w 1582791"/>
                <a:gd name="connsiteY5" fmla="*/ 1374434 h 1382704"/>
                <a:gd name="connsiteX6" fmla="*/ 54029 w 1582791"/>
                <a:gd name="connsiteY6" fmla="*/ 1012485 h 1382704"/>
                <a:gd name="connsiteX0" fmla="*/ 54029 w 1597234"/>
                <a:gd name="connsiteY0" fmla="*/ 1012485 h 1382704"/>
                <a:gd name="connsiteX1" fmla="*/ 68316 w 1597234"/>
                <a:gd name="connsiteY1" fmla="*/ 102847 h 1382704"/>
                <a:gd name="connsiteX2" fmla="*/ 858891 w 1597234"/>
                <a:gd name="connsiteY2" fmla="*/ 74272 h 1382704"/>
                <a:gd name="connsiteX3" fmla="*/ 1582791 w 1597234"/>
                <a:gd name="connsiteY3" fmla="*/ 1360147 h 1382704"/>
                <a:gd name="connsiteX4" fmla="*/ 177853 w 1597234"/>
                <a:gd name="connsiteY4" fmla="*/ 1374434 h 1382704"/>
                <a:gd name="connsiteX5" fmla="*/ 54029 w 1597234"/>
                <a:gd name="connsiteY5" fmla="*/ 1012485 h 1382704"/>
                <a:gd name="connsiteX0" fmla="*/ 70743 w 1621211"/>
                <a:gd name="connsiteY0" fmla="*/ 991937 h 1362156"/>
                <a:gd name="connsiteX1" fmla="*/ 85030 w 1621211"/>
                <a:gd name="connsiteY1" fmla="*/ 82299 h 1362156"/>
                <a:gd name="connsiteX2" fmla="*/ 1104205 w 1621211"/>
                <a:gd name="connsiteY2" fmla="*/ 96587 h 1362156"/>
                <a:gd name="connsiteX3" fmla="*/ 1599505 w 1621211"/>
                <a:gd name="connsiteY3" fmla="*/ 1339599 h 1362156"/>
                <a:gd name="connsiteX4" fmla="*/ 194567 w 1621211"/>
                <a:gd name="connsiteY4" fmla="*/ 1353886 h 1362156"/>
                <a:gd name="connsiteX5" fmla="*/ 70743 w 1621211"/>
                <a:gd name="connsiteY5" fmla="*/ 991937 h 1362156"/>
                <a:gd name="connsiteX0" fmla="*/ 70743 w 1621211"/>
                <a:gd name="connsiteY0" fmla="*/ 1015553 h 1385772"/>
                <a:gd name="connsiteX1" fmla="*/ 85030 w 1621211"/>
                <a:gd name="connsiteY1" fmla="*/ 105915 h 1385772"/>
                <a:gd name="connsiteX2" fmla="*/ 1104205 w 1621211"/>
                <a:gd name="connsiteY2" fmla="*/ 120203 h 1385772"/>
                <a:gd name="connsiteX3" fmla="*/ 1599505 w 1621211"/>
                <a:gd name="connsiteY3" fmla="*/ 1363215 h 1385772"/>
                <a:gd name="connsiteX4" fmla="*/ 194567 w 1621211"/>
                <a:gd name="connsiteY4" fmla="*/ 1377502 h 1385772"/>
                <a:gd name="connsiteX5" fmla="*/ 70743 w 1621211"/>
                <a:gd name="connsiteY5" fmla="*/ 1015553 h 1385772"/>
                <a:gd name="connsiteX0" fmla="*/ 70743 w 1621211"/>
                <a:gd name="connsiteY0" fmla="*/ 986618 h 1356837"/>
                <a:gd name="connsiteX1" fmla="*/ 85030 w 1621211"/>
                <a:gd name="connsiteY1" fmla="*/ 76980 h 1356837"/>
                <a:gd name="connsiteX2" fmla="*/ 1104205 w 1621211"/>
                <a:gd name="connsiteY2" fmla="*/ 153181 h 1356837"/>
                <a:gd name="connsiteX3" fmla="*/ 1599505 w 1621211"/>
                <a:gd name="connsiteY3" fmla="*/ 1334280 h 1356837"/>
                <a:gd name="connsiteX4" fmla="*/ 194567 w 1621211"/>
                <a:gd name="connsiteY4" fmla="*/ 1348567 h 1356837"/>
                <a:gd name="connsiteX5" fmla="*/ 70743 w 1621211"/>
                <a:gd name="connsiteY5" fmla="*/ 986618 h 1356837"/>
                <a:gd name="connsiteX0" fmla="*/ 70743 w 1620187"/>
                <a:gd name="connsiteY0" fmla="*/ 986710 h 1356929"/>
                <a:gd name="connsiteX1" fmla="*/ 85030 w 1620187"/>
                <a:gd name="connsiteY1" fmla="*/ 77072 h 1356929"/>
                <a:gd name="connsiteX2" fmla="*/ 1104205 w 1620187"/>
                <a:gd name="connsiteY2" fmla="*/ 153273 h 1356929"/>
                <a:gd name="connsiteX3" fmla="*/ 1599505 w 1620187"/>
                <a:gd name="connsiteY3" fmla="*/ 1334372 h 1356929"/>
                <a:gd name="connsiteX4" fmla="*/ 194567 w 1620187"/>
                <a:gd name="connsiteY4" fmla="*/ 1348659 h 1356929"/>
                <a:gd name="connsiteX5" fmla="*/ 70743 w 1620187"/>
                <a:gd name="connsiteY5" fmla="*/ 986710 h 1356929"/>
                <a:gd name="connsiteX0" fmla="*/ 70743 w 1619895"/>
                <a:gd name="connsiteY0" fmla="*/ 1039644 h 1409863"/>
                <a:gd name="connsiteX1" fmla="*/ 85030 w 1619895"/>
                <a:gd name="connsiteY1" fmla="*/ 130006 h 1409863"/>
                <a:gd name="connsiteX2" fmla="*/ 1104205 w 1619895"/>
                <a:gd name="connsiteY2" fmla="*/ 206207 h 1409863"/>
                <a:gd name="connsiteX3" fmla="*/ 1599505 w 1619895"/>
                <a:gd name="connsiteY3" fmla="*/ 1387306 h 1409863"/>
                <a:gd name="connsiteX4" fmla="*/ 194567 w 1619895"/>
                <a:gd name="connsiteY4" fmla="*/ 1401593 h 1409863"/>
                <a:gd name="connsiteX5" fmla="*/ 70743 w 1619895"/>
                <a:gd name="connsiteY5" fmla="*/ 1039644 h 1409863"/>
                <a:gd name="connsiteX0" fmla="*/ 209554 w 1634882"/>
                <a:gd name="connsiteY0" fmla="*/ 1401593 h 1409863"/>
                <a:gd name="connsiteX1" fmla="*/ 100017 w 1634882"/>
                <a:gd name="connsiteY1" fmla="*/ 130006 h 1409863"/>
                <a:gd name="connsiteX2" fmla="*/ 1119192 w 1634882"/>
                <a:gd name="connsiteY2" fmla="*/ 206207 h 1409863"/>
                <a:gd name="connsiteX3" fmla="*/ 1614492 w 1634882"/>
                <a:gd name="connsiteY3" fmla="*/ 1387306 h 1409863"/>
                <a:gd name="connsiteX4" fmla="*/ 209554 w 1634882"/>
                <a:gd name="connsiteY4" fmla="*/ 1401593 h 1409863"/>
                <a:gd name="connsiteX0" fmla="*/ 209554 w 1634882"/>
                <a:gd name="connsiteY0" fmla="*/ 1401593 h 1401593"/>
                <a:gd name="connsiteX1" fmla="*/ 100017 w 1634882"/>
                <a:gd name="connsiteY1" fmla="*/ 130006 h 1401593"/>
                <a:gd name="connsiteX2" fmla="*/ 1119192 w 1634882"/>
                <a:gd name="connsiteY2" fmla="*/ 206207 h 1401593"/>
                <a:gd name="connsiteX3" fmla="*/ 1614492 w 1634882"/>
                <a:gd name="connsiteY3" fmla="*/ 1387306 h 1401593"/>
                <a:gd name="connsiteX4" fmla="*/ 209554 w 1634882"/>
                <a:gd name="connsiteY4" fmla="*/ 1401593 h 1401593"/>
                <a:gd name="connsiteX0" fmla="*/ 209554 w 1636198"/>
                <a:gd name="connsiteY0" fmla="*/ 1366747 h 1368352"/>
                <a:gd name="connsiteX1" fmla="*/ 100017 w 1636198"/>
                <a:gd name="connsiteY1" fmla="*/ 95160 h 1368352"/>
                <a:gd name="connsiteX2" fmla="*/ 1119192 w 1636198"/>
                <a:gd name="connsiteY2" fmla="*/ 171361 h 1368352"/>
                <a:gd name="connsiteX3" fmla="*/ 1614492 w 1636198"/>
                <a:gd name="connsiteY3" fmla="*/ 1366748 h 1368352"/>
                <a:gd name="connsiteX4" fmla="*/ 209554 w 1636198"/>
                <a:gd name="connsiteY4" fmla="*/ 1366747 h 1368352"/>
                <a:gd name="connsiteX0" fmla="*/ 209554 w 1636198"/>
                <a:gd name="connsiteY0" fmla="*/ 1366747 h 1368352"/>
                <a:gd name="connsiteX1" fmla="*/ 100017 w 1636198"/>
                <a:gd name="connsiteY1" fmla="*/ 95160 h 1368352"/>
                <a:gd name="connsiteX2" fmla="*/ 1119192 w 1636198"/>
                <a:gd name="connsiteY2" fmla="*/ 171361 h 1368352"/>
                <a:gd name="connsiteX3" fmla="*/ 1614492 w 1636198"/>
                <a:gd name="connsiteY3" fmla="*/ 1366748 h 1368352"/>
                <a:gd name="connsiteX4" fmla="*/ 209554 w 1636198"/>
                <a:gd name="connsiteY4" fmla="*/ 1366747 h 1368352"/>
                <a:gd name="connsiteX0" fmla="*/ 209554 w 1617122"/>
                <a:gd name="connsiteY0" fmla="*/ 1366747 h 1368352"/>
                <a:gd name="connsiteX1" fmla="*/ 100017 w 1617122"/>
                <a:gd name="connsiteY1" fmla="*/ 95160 h 1368352"/>
                <a:gd name="connsiteX2" fmla="*/ 1119192 w 1617122"/>
                <a:gd name="connsiteY2" fmla="*/ 171361 h 1368352"/>
                <a:gd name="connsiteX3" fmla="*/ 1614492 w 1617122"/>
                <a:gd name="connsiteY3" fmla="*/ 1366748 h 1368352"/>
                <a:gd name="connsiteX4" fmla="*/ 209554 w 1617122"/>
                <a:gd name="connsiteY4" fmla="*/ 1366747 h 1368352"/>
                <a:gd name="connsiteX0" fmla="*/ 214778 w 1612821"/>
                <a:gd name="connsiteY0" fmla="*/ 1407355 h 1407355"/>
                <a:gd name="connsiteX1" fmla="*/ 95716 w 1612821"/>
                <a:gd name="connsiteY1" fmla="*/ 121480 h 1407355"/>
                <a:gd name="connsiteX2" fmla="*/ 1114891 w 1612821"/>
                <a:gd name="connsiteY2" fmla="*/ 197681 h 1407355"/>
                <a:gd name="connsiteX3" fmla="*/ 1610191 w 1612821"/>
                <a:gd name="connsiteY3" fmla="*/ 1393068 h 1407355"/>
                <a:gd name="connsiteX4" fmla="*/ 214778 w 1612821"/>
                <a:gd name="connsiteY4" fmla="*/ 1407355 h 1407355"/>
                <a:gd name="connsiteX0" fmla="*/ 187732 w 1585775"/>
                <a:gd name="connsiteY0" fmla="*/ 1407355 h 1523474"/>
                <a:gd name="connsiteX1" fmla="*/ 68670 w 1585775"/>
                <a:gd name="connsiteY1" fmla="*/ 121480 h 1523474"/>
                <a:gd name="connsiteX2" fmla="*/ 1087845 w 1585775"/>
                <a:gd name="connsiteY2" fmla="*/ 197681 h 1523474"/>
                <a:gd name="connsiteX3" fmla="*/ 1583145 w 1585775"/>
                <a:gd name="connsiteY3" fmla="*/ 1393068 h 1523474"/>
                <a:gd name="connsiteX4" fmla="*/ 187732 w 1585775"/>
                <a:gd name="connsiteY4" fmla="*/ 1407355 h 1523474"/>
                <a:gd name="connsiteX0" fmla="*/ 187732 w 1585775"/>
                <a:gd name="connsiteY0" fmla="*/ 1407355 h 1410060"/>
                <a:gd name="connsiteX1" fmla="*/ 68670 w 1585775"/>
                <a:gd name="connsiteY1" fmla="*/ 121480 h 1410060"/>
                <a:gd name="connsiteX2" fmla="*/ 1087845 w 1585775"/>
                <a:gd name="connsiteY2" fmla="*/ 197681 h 1410060"/>
                <a:gd name="connsiteX3" fmla="*/ 1583145 w 1585775"/>
                <a:gd name="connsiteY3" fmla="*/ 1393068 h 1410060"/>
                <a:gd name="connsiteX4" fmla="*/ 187732 w 1585775"/>
                <a:gd name="connsiteY4" fmla="*/ 1407355 h 1410060"/>
                <a:gd name="connsiteX0" fmla="*/ 289752 w 1687980"/>
                <a:gd name="connsiteY0" fmla="*/ 1546451 h 1549156"/>
                <a:gd name="connsiteX1" fmla="*/ 46865 w 1687980"/>
                <a:gd name="connsiteY1" fmla="*/ 79601 h 1549156"/>
                <a:gd name="connsiteX2" fmla="*/ 1189865 w 1687980"/>
                <a:gd name="connsiteY2" fmla="*/ 336777 h 1549156"/>
                <a:gd name="connsiteX3" fmla="*/ 1685165 w 1687980"/>
                <a:gd name="connsiteY3" fmla="*/ 1532164 h 1549156"/>
                <a:gd name="connsiteX4" fmla="*/ 289752 w 1687980"/>
                <a:gd name="connsiteY4" fmla="*/ 1546451 h 1549156"/>
                <a:gd name="connsiteX0" fmla="*/ 287528 w 1685463"/>
                <a:gd name="connsiteY0" fmla="*/ 1538241 h 1540946"/>
                <a:gd name="connsiteX1" fmla="*/ 44641 w 1685463"/>
                <a:gd name="connsiteY1" fmla="*/ 71391 h 1540946"/>
                <a:gd name="connsiteX2" fmla="*/ 1154304 w 1685463"/>
                <a:gd name="connsiteY2" fmla="*/ 361904 h 1540946"/>
                <a:gd name="connsiteX3" fmla="*/ 1682941 w 1685463"/>
                <a:gd name="connsiteY3" fmla="*/ 1523954 h 1540946"/>
                <a:gd name="connsiteX4" fmla="*/ 287528 w 1685463"/>
                <a:gd name="connsiteY4" fmla="*/ 1538241 h 1540946"/>
                <a:gd name="connsiteX0" fmla="*/ 287528 w 1685463"/>
                <a:gd name="connsiteY0" fmla="*/ 1538821 h 1550557"/>
                <a:gd name="connsiteX1" fmla="*/ 44641 w 1685463"/>
                <a:gd name="connsiteY1" fmla="*/ 71971 h 1550557"/>
                <a:gd name="connsiteX2" fmla="*/ 1154304 w 1685463"/>
                <a:gd name="connsiteY2" fmla="*/ 362484 h 1550557"/>
                <a:gd name="connsiteX3" fmla="*/ 1682941 w 1685463"/>
                <a:gd name="connsiteY3" fmla="*/ 1548346 h 1550557"/>
                <a:gd name="connsiteX4" fmla="*/ 287528 w 1685463"/>
                <a:gd name="connsiteY4" fmla="*/ 1538821 h 1550557"/>
                <a:gd name="connsiteX0" fmla="*/ 287528 w 1685463"/>
                <a:gd name="connsiteY0" fmla="*/ 1538821 h 1550557"/>
                <a:gd name="connsiteX1" fmla="*/ 44641 w 1685463"/>
                <a:gd name="connsiteY1" fmla="*/ 71971 h 1550557"/>
                <a:gd name="connsiteX2" fmla="*/ 1154304 w 1685463"/>
                <a:gd name="connsiteY2" fmla="*/ 362484 h 1550557"/>
                <a:gd name="connsiteX3" fmla="*/ 1682941 w 1685463"/>
                <a:gd name="connsiteY3" fmla="*/ 1548346 h 1550557"/>
                <a:gd name="connsiteX4" fmla="*/ 287528 w 1685463"/>
                <a:gd name="connsiteY4" fmla="*/ 1538821 h 1550557"/>
                <a:gd name="connsiteX0" fmla="*/ 287528 w 1685463"/>
                <a:gd name="connsiteY0" fmla="*/ 1538705 h 1546936"/>
                <a:gd name="connsiteX1" fmla="*/ 44641 w 1685463"/>
                <a:gd name="connsiteY1" fmla="*/ 71855 h 1546936"/>
                <a:gd name="connsiteX2" fmla="*/ 1154304 w 1685463"/>
                <a:gd name="connsiteY2" fmla="*/ 362368 h 1546936"/>
                <a:gd name="connsiteX3" fmla="*/ 1682941 w 1685463"/>
                <a:gd name="connsiteY3" fmla="*/ 1543468 h 1546936"/>
                <a:gd name="connsiteX4" fmla="*/ 287528 w 1685463"/>
                <a:gd name="connsiteY4" fmla="*/ 1538705 h 1546936"/>
                <a:gd name="connsiteX0" fmla="*/ 287528 w 1685463"/>
                <a:gd name="connsiteY0" fmla="*/ 1538473 h 1542711"/>
                <a:gd name="connsiteX1" fmla="*/ 44641 w 1685463"/>
                <a:gd name="connsiteY1" fmla="*/ 71623 h 1542711"/>
                <a:gd name="connsiteX2" fmla="*/ 1154304 w 1685463"/>
                <a:gd name="connsiteY2" fmla="*/ 362136 h 1542711"/>
                <a:gd name="connsiteX3" fmla="*/ 1682941 w 1685463"/>
                <a:gd name="connsiteY3" fmla="*/ 1533711 h 1542711"/>
                <a:gd name="connsiteX4" fmla="*/ 287528 w 1685463"/>
                <a:gd name="connsiteY4" fmla="*/ 1538473 h 1542711"/>
                <a:gd name="connsiteX0" fmla="*/ 287528 w 1685463"/>
                <a:gd name="connsiteY0" fmla="*/ 1538588 h 1544338"/>
                <a:gd name="connsiteX1" fmla="*/ 44641 w 1685463"/>
                <a:gd name="connsiteY1" fmla="*/ 71738 h 1544338"/>
                <a:gd name="connsiteX2" fmla="*/ 1154304 w 1685463"/>
                <a:gd name="connsiteY2" fmla="*/ 362251 h 1544338"/>
                <a:gd name="connsiteX3" fmla="*/ 1682941 w 1685463"/>
                <a:gd name="connsiteY3" fmla="*/ 1538588 h 1544338"/>
                <a:gd name="connsiteX4" fmla="*/ 287528 w 1685463"/>
                <a:gd name="connsiteY4" fmla="*/ 1538588 h 1544338"/>
                <a:gd name="connsiteX0" fmla="*/ 250487 w 1648368"/>
                <a:gd name="connsiteY0" fmla="*/ 1559224 h 1564974"/>
                <a:gd name="connsiteX1" fmla="*/ 50463 w 1648368"/>
                <a:gd name="connsiteY1" fmla="*/ 68561 h 1564974"/>
                <a:gd name="connsiteX2" fmla="*/ 1117263 w 1648368"/>
                <a:gd name="connsiteY2" fmla="*/ 382887 h 1564974"/>
                <a:gd name="connsiteX3" fmla="*/ 1645900 w 1648368"/>
                <a:gd name="connsiteY3" fmla="*/ 1559224 h 1564974"/>
                <a:gd name="connsiteX4" fmla="*/ 250487 w 1648368"/>
                <a:gd name="connsiteY4" fmla="*/ 1559224 h 1564974"/>
                <a:gd name="connsiteX0" fmla="*/ 322687 w 1720568"/>
                <a:gd name="connsiteY0" fmla="*/ 1585030 h 1590780"/>
                <a:gd name="connsiteX1" fmla="*/ 122663 w 1720568"/>
                <a:gd name="connsiteY1" fmla="*/ 94367 h 1590780"/>
                <a:gd name="connsiteX2" fmla="*/ 1189463 w 1720568"/>
                <a:gd name="connsiteY2" fmla="*/ 408693 h 1590780"/>
                <a:gd name="connsiteX3" fmla="*/ 1718100 w 1720568"/>
                <a:gd name="connsiteY3" fmla="*/ 1585030 h 1590780"/>
                <a:gd name="connsiteX4" fmla="*/ 322687 w 1720568"/>
                <a:gd name="connsiteY4" fmla="*/ 1585030 h 1590780"/>
                <a:gd name="connsiteX0" fmla="*/ 322687 w 1720568"/>
                <a:gd name="connsiteY0" fmla="*/ 1585030 h 1779310"/>
                <a:gd name="connsiteX1" fmla="*/ 122663 w 1720568"/>
                <a:gd name="connsiteY1" fmla="*/ 94367 h 1779310"/>
                <a:gd name="connsiteX2" fmla="*/ 1189463 w 1720568"/>
                <a:gd name="connsiteY2" fmla="*/ 408693 h 1779310"/>
                <a:gd name="connsiteX3" fmla="*/ 1718100 w 1720568"/>
                <a:gd name="connsiteY3" fmla="*/ 1585030 h 1779310"/>
                <a:gd name="connsiteX4" fmla="*/ 322687 w 1720568"/>
                <a:gd name="connsiteY4" fmla="*/ 1585030 h 1779310"/>
                <a:gd name="connsiteX0" fmla="*/ 322687 w 1720568"/>
                <a:gd name="connsiteY0" fmla="*/ 1585030 h 1587499"/>
                <a:gd name="connsiteX1" fmla="*/ 122663 w 1720568"/>
                <a:gd name="connsiteY1" fmla="*/ 94367 h 1587499"/>
                <a:gd name="connsiteX2" fmla="*/ 1189463 w 1720568"/>
                <a:gd name="connsiteY2" fmla="*/ 408693 h 1587499"/>
                <a:gd name="connsiteX3" fmla="*/ 1718100 w 1720568"/>
                <a:gd name="connsiteY3" fmla="*/ 1585030 h 1587499"/>
                <a:gd name="connsiteX4" fmla="*/ 322687 w 1720568"/>
                <a:gd name="connsiteY4" fmla="*/ 1585030 h 1587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0568" h="1587499">
                  <a:moveTo>
                    <a:pt x="322687" y="1585030"/>
                  </a:moveTo>
                  <a:cubicBezTo>
                    <a:pt x="175049" y="1150690"/>
                    <a:pt x="-189440" y="351383"/>
                    <a:pt x="122663" y="94367"/>
                  </a:cubicBezTo>
                  <a:cubicBezTo>
                    <a:pt x="434766" y="-162649"/>
                    <a:pt x="923557" y="160249"/>
                    <a:pt x="1189463" y="408693"/>
                  </a:cubicBezTo>
                  <a:cubicBezTo>
                    <a:pt x="1455369" y="657137"/>
                    <a:pt x="1750644" y="1139737"/>
                    <a:pt x="1718100" y="1585030"/>
                  </a:cubicBezTo>
                  <a:cubicBezTo>
                    <a:pt x="1710956" y="1590587"/>
                    <a:pt x="348405" y="1585030"/>
                    <a:pt x="322687" y="1585030"/>
                  </a:cubicBezTo>
                  <a:close/>
                </a:path>
              </a:pathLst>
            </a:custGeom>
            <a:solidFill>
              <a:srgbClr val="4472C4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8" name="グループ化 17"/>
            <p:cNvGrpSpPr/>
            <p:nvPr/>
          </p:nvGrpSpPr>
          <p:grpSpPr>
            <a:xfrm>
              <a:off x="3388111" y="4578261"/>
              <a:ext cx="422521" cy="344259"/>
              <a:chOff x="3388111" y="4578261"/>
              <a:chExt cx="422521" cy="344259"/>
            </a:xfrm>
          </p:grpSpPr>
          <p:cxnSp>
            <p:nvCxnSpPr>
              <p:cNvPr id="17" name="直線コネクタ 16"/>
              <p:cNvCxnSpPr/>
              <p:nvPr/>
            </p:nvCxnSpPr>
            <p:spPr>
              <a:xfrm flipV="1">
                <a:off x="3427357" y="4610100"/>
                <a:ext cx="383275" cy="31242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線コネクタ 98"/>
              <p:cNvCxnSpPr/>
              <p:nvPr/>
            </p:nvCxnSpPr>
            <p:spPr>
              <a:xfrm flipV="1">
                <a:off x="3388111" y="4578261"/>
                <a:ext cx="383275" cy="31242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曲線コネクタ 23"/>
            <p:cNvCxnSpPr>
              <a:stCxn id="97" idx="3"/>
            </p:cNvCxnSpPr>
            <p:nvPr/>
          </p:nvCxnSpPr>
          <p:spPr>
            <a:xfrm>
              <a:off x="3265976" y="2768250"/>
              <a:ext cx="511592" cy="1746601"/>
            </a:xfrm>
            <a:prstGeom prst="curvedConnector2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テキスト ボックス 100">
              <a:extLst>
                <a:ext uri="{FF2B5EF4-FFF2-40B4-BE49-F238E27FC236}">
                  <a16:creationId xmlns:a16="http://schemas.microsoft.com/office/drawing/2014/main" id="{0801520B-72C5-4D9D-B68D-D57C4AB4A787}"/>
                </a:ext>
              </a:extLst>
            </p:cNvPr>
            <p:cNvSpPr txBox="1"/>
            <p:nvPr/>
          </p:nvSpPr>
          <p:spPr>
            <a:xfrm>
              <a:off x="3568586" y="3031359"/>
              <a:ext cx="107433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>
                  <a:solidFill>
                    <a:srgbClr val="FF0000"/>
                  </a:solidFill>
                </a:rPr>
                <a:t>β-cut</a:t>
              </a:r>
              <a:endParaRPr lang="ja-JP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02" name="テキスト ボックス 101">
              <a:extLst>
                <a:ext uri="{FF2B5EF4-FFF2-40B4-BE49-F238E27FC236}">
                  <a16:creationId xmlns:a16="http://schemas.microsoft.com/office/drawing/2014/main" id="{0801520B-72C5-4D9D-B68D-D57C4AB4A787}"/>
                </a:ext>
              </a:extLst>
            </p:cNvPr>
            <p:cNvSpPr txBox="1"/>
            <p:nvPr/>
          </p:nvSpPr>
          <p:spPr>
            <a:xfrm>
              <a:off x="4556810" y="5652758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dirty="0">
                  <a:solidFill>
                    <a:srgbClr val="FF0000"/>
                  </a:solidFill>
                </a:rPr>
                <a:t>探索不要</a:t>
              </a:r>
            </a:p>
          </p:txBody>
        </p:sp>
      </p:grpSp>
      <p:grpSp>
        <p:nvGrpSpPr>
          <p:cNvPr id="23" name="グループ化 22"/>
          <p:cNvGrpSpPr/>
          <p:nvPr/>
        </p:nvGrpSpPr>
        <p:grpSpPr>
          <a:xfrm>
            <a:off x="5262539" y="2419806"/>
            <a:ext cx="739305" cy="1303874"/>
            <a:chOff x="5262539" y="2419806"/>
            <a:chExt cx="739305" cy="1303874"/>
          </a:xfrm>
        </p:grpSpPr>
        <p:sp>
          <p:nvSpPr>
            <p:cNvPr id="83" name="正方形/長方形 82">
              <a:extLst>
                <a:ext uri="{FF2B5EF4-FFF2-40B4-BE49-F238E27FC236}">
                  <a16:creationId xmlns:a16="http://schemas.microsoft.com/office/drawing/2014/main" id="{58084917-12BA-4057-9A49-07F65A5C4244}"/>
                </a:ext>
              </a:extLst>
            </p:cNvPr>
            <p:cNvSpPr/>
            <p:nvPr/>
          </p:nvSpPr>
          <p:spPr>
            <a:xfrm>
              <a:off x="5371828" y="2419806"/>
              <a:ext cx="576000" cy="576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kumimoji="1" lang="ja-JP" altLang="en-US" sz="5400" dirty="0">
                <a:solidFill>
                  <a:srgbClr val="FF0000"/>
                </a:solidFill>
              </a:endParaRPr>
            </a:p>
          </p:txBody>
        </p:sp>
        <p:sp>
          <p:nvSpPr>
            <p:cNvPr id="103" name="テキスト ボックス 102"/>
            <p:cNvSpPr txBox="1"/>
            <p:nvPr/>
          </p:nvSpPr>
          <p:spPr>
            <a:xfrm>
              <a:off x="5262539" y="2501994"/>
              <a:ext cx="73930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spc="-250" dirty="0">
                  <a:solidFill>
                    <a:srgbClr val="FF0000"/>
                  </a:solidFill>
                </a:rPr>
                <a:t>≦</a:t>
              </a:r>
              <a:r>
                <a:rPr lang="en-US" altLang="ja-JP" sz="2400" spc="-250" dirty="0">
                  <a:solidFill>
                    <a:srgbClr val="FF0000"/>
                  </a:solidFill>
                </a:rPr>
                <a:t>4</a:t>
              </a:r>
              <a:r>
                <a:rPr kumimoji="1" lang="en-US" altLang="ja-JP" sz="2400" spc="-250" dirty="0">
                  <a:solidFill>
                    <a:srgbClr val="FF0000"/>
                  </a:solidFill>
                </a:rPr>
                <a:t>0</a:t>
              </a:r>
              <a:endParaRPr kumimoji="1" lang="ja-JP" altLang="en-US" sz="2400" spc="-250" dirty="0">
                <a:solidFill>
                  <a:srgbClr val="FF0000"/>
                </a:solidFill>
              </a:endParaRPr>
            </a:p>
          </p:txBody>
        </p:sp>
        <p:cxnSp>
          <p:nvCxnSpPr>
            <p:cNvPr id="105" name="直線矢印コネクタ 104">
              <a:extLst>
                <a:ext uri="{FF2B5EF4-FFF2-40B4-BE49-F238E27FC236}">
                  <a16:creationId xmlns:a16="http://schemas.microsoft.com/office/drawing/2014/main" id="{3B4D31B6-3078-478A-8A1C-05439951DC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69073" y="3111795"/>
              <a:ext cx="4610" cy="61188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グループ化 21"/>
          <p:cNvGrpSpPr/>
          <p:nvPr/>
        </p:nvGrpSpPr>
        <p:grpSpPr>
          <a:xfrm>
            <a:off x="3647010" y="1343029"/>
            <a:ext cx="1615529" cy="1009297"/>
            <a:chOff x="3647010" y="1343029"/>
            <a:chExt cx="1615529" cy="1009297"/>
          </a:xfrm>
        </p:grpSpPr>
        <p:grpSp>
          <p:nvGrpSpPr>
            <p:cNvPr id="21" name="グループ化 20"/>
            <p:cNvGrpSpPr/>
            <p:nvPr/>
          </p:nvGrpSpPr>
          <p:grpSpPr>
            <a:xfrm>
              <a:off x="3647010" y="1343029"/>
              <a:ext cx="576000" cy="576000"/>
              <a:chOff x="3647010" y="1343029"/>
              <a:chExt cx="576000" cy="576000"/>
            </a:xfrm>
          </p:grpSpPr>
          <p:sp>
            <p:nvSpPr>
              <p:cNvPr id="52" name="楕円 51">
                <a:extLst>
                  <a:ext uri="{FF2B5EF4-FFF2-40B4-BE49-F238E27FC236}">
                    <a16:creationId xmlns:a16="http://schemas.microsoft.com/office/drawing/2014/main" id="{01A13DA0-25F4-462E-A2F1-243C628D7089}"/>
                  </a:ext>
                </a:extLst>
              </p:cNvPr>
              <p:cNvSpPr/>
              <p:nvPr/>
            </p:nvSpPr>
            <p:spPr>
              <a:xfrm>
                <a:off x="3647010" y="1343029"/>
                <a:ext cx="576000" cy="576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kumimoji="1" lang="ja-JP" altLang="en-US" sz="5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4" name="テキスト ボックス 103"/>
              <p:cNvSpPr txBox="1"/>
              <p:nvPr/>
            </p:nvSpPr>
            <p:spPr>
              <a:xfrm>
                <a:off x="3683888" y="1433480"/>
                <a:ext cx="52770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400" dirty="0">
                    <a:solidFill>
                      <a:srgbClr val="FF0000"/>
                    </a:solidFill>
                  </a:rPr>
                  <a:t>5</a:t>
                </a:r>
                <a:r>
                  <a:rPr kumimoji="1" lang="en-US" altLang="ja-JP" sz="2400" dirty="0">
                    <a:solidFill>
                      <a:srgbClr val="FF0000"/>
                    </a:solidFill>
                  </a:rPr>
                  <a:t>0</a:t>
                </a:r>
                <a:endParaRPr kumimoji="1" lang="ja-JP" altLang="en-US" sz="2400" dirty="0">
                  <a:solidFill>
                    <a:srgbClr val="FF0000"/>
                  </a:solidFill>
                </a:endParaRPr>
              </a:p>
            </p:txBody>
          </p:sp>
        </p:grpSp>
        <p:cxnSp>
          <p:nvCxnSpPr>
            <p:cNvPr id="110" name="直線矢印コネクタ 109">
              <a:extLst>
                <a:ext uri="{FF2B5EF4-FFF2-40B4-BE49-F238E27FC236}">
                  <a16:creationId xmlns:a16="http://schemas.microsoft.com/office/drawing/2014/main" id="{3B4D31B6-3078-478A-8A1C-05439951DC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16043" y="1759546"/>
              <a:ext cx="946496" cy="59278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テキスト ボックス 111">
              <a:extLst>
                <a:ext uri="{FF2B5EF4-FFF2-40B4-BE49-F238E27FC236}">
                  <a16:creationId xmlns:a16="http://schemas.microsoft.com/office/drawing/2014/main" id="{0801520B-72C5-4D9D-B68D-D57C4AB4A787}"/>
                </a:ext>
              </a:extLst>
            </p:cNvPr>
            <p:cNvSpPr txBox="1"/>
            <p:nvPr/>
          </p:nvSpPr>
          <p:spPr>
            <a:xfrm>
              <a:off x="4226204" y="1411884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dirty="0">
                  <a:solidFill>
                    <a:srgbClr val="FF0000"/>
                  </a:solidFill>
                </a:rPr>
                <a:t>確定</a:t>
              </a:r>
            </a:p>
          </p:txBody>
        </p:sp>
      </p:grpSp>
      <p:grpSp>
        <p:nvGrpSpPr>
          <p:cNvPr id="113" name="グループ化 112"/>
          <p:cNvGrpSpPr/>
          <p:nvPr/>
        </p:nvGrpSpPr>
        <p:grpSpPr>
          <a:xfrm>
            <a:off x="5026423" y="1642717"/>
            <a:ext cx="3579838" cy="3347037"/>
            <a:chOff x="2392744" y="2999083"/>
            <a:chExt cx="3579838" cy="3347037"/>
          </a:xfrm>
        </p:grpSpPr>
        <p:sp>
          <p:nvSpPr>
            <p:cNvPr id="114" name="フリーフォーム 113"/>
            <p:cNvSpPr/>
            <p:nvPr/>
          </p:nvSpPr>
          <p:spPr>
            <a:xfrm>
              <a:off x="3425405" y="4758621"/>
              <a:ext cx="1720568" cy="1587499"/>
            </a:xfrm>
            <a:custGeom>
              <a:avLst/>
              <a:gdLst>
                <a:gd name="connsiteX0" fmla="*/ 134772 w 1411308"/>
                <a:gd name="connsiteY0" fmla="*/ 1186512 h 1362087"/>
                <a:gd name="connsiteX1" fmla="*/ 125247 w 1411308"/>
                <a:gd name="connsiteY1" fmla="*/ 357837 h 1362087"/>
                <a:gd name="connsiteX2" fmla="*/ 944397 w 1411308"/>
                <a:gd name="connsiteY2" fmla="*/ 43512 h 1362087"/>
                <a:gd name="connsiteX3" fmla="*/ 1382547 w 1411308"/>
                <a:gd name="connsiteY3" fmla="*/ 1262712 h 1362087"/>
                <a:gd name="connsiteX4" fmla="*/ 134772 w 1411308"/>
                <a:gd name="connsiteY4" fmla="*/ 1186512 h 1362087"/>
                <a:gd name="connsiteX0" fmla="*/ 174417 w 1361184"/>
                <a:gd name="connsiteY0" fmla="*/ 1283355 h 1407855"/>
                <a:gd name="connsiteX1" fmla="*/ 79167 w 1361184"/>
                <a:gd name="connsiteY1" fmla="*/ 359430 h 1407855"/>
                <a:gd name="connsiteX2" fmla="*/ 898317 w 1361184"/>
                <a:gd name="connsiteY2" fmla="*/ 45105 h 1407855"/>
                <a:gd name="connsiteX3" fmla="*/ 1336467 w 1361184"/>
                <a:gd name="connsiteY3" fmla="*/ 1264305 h 1407855"/>
                <a:gd name="connsiteX4" fmla="*/ 174417 w 1361184"/>
                <a:gd name="connsiteY4" fmla="*/ 1283355 h 1407855"/>
                <a:gd name="connsiteX0" fmla="*/ 142472 w 1329239"/>
                <a:gd name="connsiteY0" fmla="*/ 1283355 h 1422164"/>
                <a:gd name="connsiteX1" fmla="*/ 47222 w 1329239"/>
                <a:gd name="connsiteY1" fmla="*/ 359430 h 1422164"/>
                <a:gd name="connsiteX2" fmla="*/ 866372 w 1329239"/>
                <a:gd name="connsiteY2" fmla="*/ 45105 h 1422164"/>
                <a:gd name="connsiteX3" fmla="*/ 1304522 w 1329239"/>
                <a:gd name="connsiteY3" fmla="*/ 1264305 h 1422164"/>
                <a:gd name="connsiteX4" fmla="*/ 142472 w 1329239"/>
                <a:gd name="connsiteY4" fmla="*/ 1283355 h 1422164"/>
                <a:gd name="connsiteX0" fmla="*/ 174416 w 1361183"/>
                <a:gd name="connsiteY0" fmla="*/ 1283355 h 1388017"/>
                <a:gd name="connsiteX1" fmla="*/ 79166 w 1361183"/>
                <a:gd name="connsiteY1" fmla="*/ 359430 h 1388017"/>
                <a:gd name="connsiteX2" fmla="*/ 898316 w 1361183"/>
                <a:gd name="connsiteY2" fmla="*/ 45105 h 1388017"/>
                <a:gd name="connsiteX3" fmla="*/ 1336466 w 1361183"/>
                <a:gd name="connsiteY3" fmla="*/ 1264305 h 1388017"/>
                <a:gd name="connsiteX4" fmla="*/ 174416 w 1361183"/>
                <a:gd name="connsiteY4" fmla="*/ 1283355 h 1388017"/>
                <a:gd name="connsiteX0" fmla="*/ 131897 w 1318664"/>
                <a:gd name="connsiteY0" fmla="*/ 1283355 h 1360854"/>
                <a:gd name="connsiteX1" fmla="*/ 36647 w 1318664"/>
                <a:gd name="connsiteY1" fmla="*/ 359430 h 1360854"/>
                <a:gd name="connsiteX2" fmla="*/ 855797 w 1318664"/>
                <a:gd name="connsiteY2" fmla="*/ 45105 h 1360854"/>
                <a:gd name="connsiteX3" fmla="*/ 1293947 w 1318664"/>
                <a:gd name="connsiteY3" fmla="*/ 1264305 h 1360854"/>
                <a:gd name="connsiteX4" fmla="*/ 131897 w 1318664"/>
                <a:gd name="connsiteY4" fmla="*/ 1283355 h 1360854"/>
                <a:gd name="connsiteX0" fmla="*/ 131897 w 1294049"/>
                <a:gd name="connsiteY0" fmla="*/ 1283355 h 1283357"/>
                <a:gd name="connsiteX1" fmla="*/ 36647 w 1294049"/>
                <a:gd name="connsiteY1" fmla="*/ 359430 h 1283357"/>
                <a:gd name="connsiteX2" fmla="*/ 855797 w 1294049"/>
                <a:gd name="connsiteY2" fmla="*/ 45105 h 1283357"/>
                <a:gd name="connsiteX3" fmla="*/ 1293947 w 1294049"/>
                <a:gd name="connsiteY3" fmla="*/ 1264305 h 1283357"/>
                <a:gd name="connsiteX4" fmla="*/ 131897 w 1294049"/>
                <a:gd name="connsiteY4" fmla="*/ 1283355 h 1283357"/>
                <a:gd name="connsiteX0" fmla="*/ 182530 w 1497089"/>
                <a:gd name="connsiteY0" fmla="*/ 1283355 h 1350051"/>
                <a:gd name="connsiteX1" fmla="*/ 87280 w 1497089"/>
                <a:gd name="connsiteY1" fmla="*/ 359430 h 1350051"/>
                <a:gd name="connsiteX2" fmla="*/ 906430 w 1497089"/>
                <a:gd name="connsiteY2" fmla="*/ 45105 h 1350051"/>
                <a:gd name="connsiteX3" fmla="*/ 1496980 w 1497089"/>
                <a:gd name="connsiteY3" fmla="*/ 1273830 h 1350051"/>
                <a:gd name="connsiteX4" fmla="*/ 182530 w 1497089"/>
                <a:gd name="connsiteY4" fmla="*/ 1283355 h 1350051"/>
                <a:gd name="connsiteX0" fmla="*/ 132619 w 1447160"/>
                <a:gd name="connsiteY0" fmla="*/ 1283355 h 1286780"/>
                <a:gd name="connsiteX1" fmla="*/ 37369 w 1447160"/>
                <a:gd name="connsiteY1" fmla="*/ 359430 h 1286780"/>
                <a:gd name="connsiteX2" fmla="*/ 856519 w 1447160"/>
                <a:gd name="connsiteY2" fmla="*/ 45105 h 1286780"/>
                <a:gd name="connsiteX3" fmla="*/ 1447069 w 1447160"/>
                <a:gd name="connsiteY3" fmla="*/ 1273830 h 1286780"/>
                <a:gd name="connsiteX4" fmla="*/ 132619 w 1447160"/>
                <a:gd name="connsiteY4" fmla="*/ 1283355 h 1286780"/>
                <a:gd name="connsiteX0" fmla="*/ 176542 w 1491101"/>
                <a:gd name="connsiteY0" fmla="*/ 1271961 h 1328783"/>
                <a:gd name="connsiteX1" fmla="*/ 90817 w 1491101"/>
                <a:gd name="connsiteY1" fmla="*/ 481386 h 1328783"/>
                <a:gd name="connsiteX2" fmla="*/ 900442 w 1491101"/>
                <a:gd name="connsiteY2" fmla="*/ 33711 h 1328783"/>
                <a:gd name="connsiteX3" fmla="*/ 1490992 w 1491101"/>
                <a:gd name="connsiteY3" fmla="*/ 1262436 h 1328783"/>
                <a:gd name="connsiteX4" fmla="*/ 176542 w 1491101"/>
                <a:gd name="connsiteY4" fmla="*/ 1271961 h 1328783"/>
                <a:gd name="connsiteX0" fmla="*/ 178470 w 1513583"/>
                <a:gd name="connsiteY0" fmla="*/ 1182817 h 1298800"/>
                <a:gd name="connsiteX1" fmla="*/ 92745 w 1513583"/>
                <a:gd name="connsiteY1" fmla="*/ 392242 h 1298800"/>
                <a:gd name="connsiteX2" fmla="*/ 930945 w 1513583"/>
                <a:gd name="connsiteY2" fmla="*/ 39817 h 1298800"/>
                <a:gd name="connsiteX3" fmla="*/ 1492920 w 1513583"/>
                <a:gd name="connsiteY3" fmla="*/ 1173292 h 1298800"/>
                <a:gd name="connsiteX4" fmla="*/ 178470 w 1513583"/>
                <a:gd name="connsiteY4" fmla="*/ 1182817 h 1298800"/>
                <a:gd name="connsiteX0" fmla="*/ 190668 w 1525781"/>
                <a:gd name="connsiteY0" fmla="*/ 1318575 h 1461072"/>
                <a:gd name="connsiteX1" fmla="*/ 85893 w 1525781"/>
                <a:gd name="connsiteY1" fmla="*/ 99375 h 1461072"/>
                <a:gd name="connsiteX2" fmla="*/ 943143 w 1525781"/>
                <a:gd name="connsiteY2" fmla="*/ 175575 h 1461072"/>
                <a:gd name="connsiteX3" fmla="*/ 1505118 w 1525781"/>
                <a:gd name="connsiteY3" fmla="*/ 1309050 h 1461072"/>
                <a:gd name="connsiteX4" fmla="*/ 190668 w 1525781"/>
                <a:gd name="connsiteY4" fmla="*/ 1318575 h 1461072"/>
                <a:gd name="connsiteX0" fmla="*/ 182078 w 1509052"/>
                <a:gd name="connsiteY0" fmla="*/ 1373465 h 1522916"/>
                <a:gd name="connsiteX1" fmla="*/ 77303 w 1509052"/>
                <a:gd name="connsiteY1" fmla="*/ 154265 h 1522916"/>
                <a:gd name="connsiteX2" fmla="*/ 810728 w 1509052"/>
                <a:gd name="connsiteY2" fmla="*/ 116165 h 1522916"/>
                <a:gd name="connsiteX3" fmla="*/ 1496528 w 1509052"/>
                <a:gd name="connsiteY3" fmla="*/ 1363940 h 1522916"/>
                <a:gd name="connsiteX4" fmla="*/ 182078 w 1509052"/>
                <a:gd name="connsiteY4" fmla="*/ 1373465 h 1522916"/>
                <a:gd name="connsiteX0" fmla="*/ 172975 w 1494225"/>
                <a:gd name="connsiteY0" fmla="*/ 1368029 h 1516894"/>
                <a:gd name="connsiteX1" fmla="*/ 68200 w 1494225"/>
                <a:gd name="connsiteY1" fmla="*/ 148829 h 1516894"/>
                <a:gd name="connsiteX2" fmla="*/ 668275 w 1494225"/>
                <a:gd name="connsiteY2" fmla="*/ 120254 h 1516894"/>
                <a:gd name="connsiteX3" fmla="*/ 1487425 w 1494225"/>
                <a:gd name="connsiteY3" fmla="*/ 1358504 h 1516894"/>
                <a:gd name="connsiteX4" fmla="*/ 172975 w 1494225"/>
                <a:gd name="connsiteY4" fmla="*/ 1368029 h 1516894"/>
                <a:gd name="connsiteX0" fmla="*/ 190003 w 1524366"/>
                <a:gd name="connsiteY0" fmla="*/ 1352674 h 1499786"/>
                <a:gd name="connsiteX1" fmla="*/ 85228 w 1524366"/>
                <a:gd name="connsiteY1" fmla="*/ 133474 h 1499786"/>
                <a:gd name="connsiteX2" fmla="*/ 932953 w 1524366"/>
                <a:gd name="connsiteY2" fmla="*/ 133474 h 1499786"/>
                <a:gd name="connsiteX3" fmla="*/ 1504453 w 1524366"/>
                <a:gd name="connsiteY3" fmla="*/ 1343149 h 1499786"/>
                <a:gd name="connsiteX4" fmla="*/ 190003 w 1524366"/>
                <a:gd name="connsiteY4" fmla="*/ 1352674 h 1499786"/>
                <a:gd name="connsiteX0" fmla="*/ 188006 w 1485647"/>
                <a:gd name="connsiteY0" fmla="*/ 1352674 h 1400935"/>
                <a:gd name="connsiteX1" fmla="*/ 83231 w 1485647"/>
                <a:gd name="connsiteY1" fmla="*/ 133474 h 1400935"/>
                <a:gd name="connsiteX2" fmla="*/ 930956 w 1485647"/>
                <a:gd name="connsiteY2" fmla="*/ 133474 h 1400935"/>
                <a:gd name="connsiteX3" fmla="*/ 1464356 w 1485647"/>
                <a:gd name="connsiteY3" fmla="*/ 1057399 h 1400935"/>
                <a:gd name="connsiteX4" fmla="*/ 188006 w 1485647"/>
                <a:gd name="connsiteY4" fmla="*/ 1352674 h 1400935"/>
                <a:gd name="connsiteX0" fmla="*/ 188006 w 1468508"/>
                <a:gd name="connsiteY0" fmla="*/ 1352674 h 1405544"/>
                <a:gd name="connsiteX1" fmla="*/ 83231 w 1468508"/>
                <a:gd name="connsiteY1" fmla="*/ 133474 h 1405544"/>
                <a:gd name="connsiteX2" fmla="*/ 930956 w 1468508"/>
                <a:gd name="connsiteY2" fmla="*/ 133474 h 1405544"/>
                <a:gd name="connsiteX3" fmla="*/ 1464356 w 1468508"/>
                <a:gd name="connsiteY3" fmla="*/ 1057399 h 1405544"/>
                <a:gd name="connsiteX4" fmla="*/ 188006 w 1468508"/>
                <a:gd name="connsiteY4" fmla="*/ 1352674 h 1405544"/>
                <a:gd name="connsiteX0" fmla="*/ 136253 w 1558618"/>
                <a:gd name="connsiteY0" fmla="*/ 1023046 h 1144997"/>
                <a:gd name="connsiteX1" fmla="*/ 150540 w 1558618"/>
                <a:gd name="connsiteY1" fmla="*/ 113408 h 1144997"/>
                <a:gd name="connsiteX2" fmla="*/ 998265 w 1558618"/>
                <a:gd name="connsiteY2" fmla="*/ 113408 h 1144997"/>
                <a:gd name="connsiteX3" fmla="*/ 1531665 w 1558618"/>
                <a:gd name="connsiteY3" fmla="*/ 1037333 h 1144997"/>
                <a:gd name="connsiteX4" fmla="*/ 136253 w 1558618"/>
                <a:gd name="connsiteY4" fmla="*/ 1023046 h 1144997"/>
                <a:gd name="connsiteX0" fmla="*/ 60155 w 1482520"/>
                <a:gd name="connsiteY0" fmla="*/ 1023046 h 1159112"/>
                <a:gd name="connsiteX1" fmla="*/ 74442 w 1482520"/>
                <a:gd name="connsiteY1" fmla="*/ 113408 h 1159112"/>
                <a:gd name="connsiteX2" fmla="*/ 922167 w 1482520"/>
                <a:gd name="connsiteY2" fmla="*/ 113408 h 1159112"/>
                <a:gd name="connsiteX3" fmla="*/ 1455567 w 1482520"/>
                <a:gd name="connsiteY3" fmla="*/ 1037333 h 1159112"/>
                <a:gd name="connsiteX4" fmla="*/ 60155 w 1482520"/>
                <a:gd name="connsiteY4" fmla="*/ 1023046 h 1159112"/>
                <a:gd name="connsiteX0" fmla="*/ 60155 w 1467925"/>
                <a:gd name="connsiteY0" fmla="*/ 1023046 h 1162263"/>
                <a:gd name="connsiteX1" fmla="*/ 74442 w 1467925"/>
                <a:gd name="connsiteY1" fmla="*/ 113408 h 1162263"/>
                <a:gd name="connsiteX2" fmla="*/ 922167 w 1467925"/>
                <a:gd name="connsiteY2" fmla="*/ 113408 h 1162263"/>
                <a:gd name="connsiteX3" fmla="*/ 1455567 w 1467925"/>
                <a:gd name="connsiteY3" fmla="*/ 1037333 h 1162263"/>
                <a:gd name="connsiteX4" fmla="*/ 388766 w 1467925"/>
                <a:gd name="connsiteY4" fmla="*/ 1151633 h 1162263"/>
                <a:gd name="connsiteX5" fmla="*/ 60155 w 1467925"/>
                <a:gd name="connsiteY5" fmla="*/ 1023046 h 1162263"/>
                <a:gd name="connsiteX0" fmla="*/ 58196 w 1474681"/>
                <a:gd name="connsiteY0" fmla="*/ 1023046 h 1385025"/>
                <a:gd name="connsiteX1" fmla="*/ 72483 w 1474681"/>
                <a:gd name="connsiteY1" fmla="*/ 113408 h 1385025"/>
                <a:gd name="connsiteX2" fmla="*/ 920208 w 1474681"/>
                <a:gd name="connsiteY2" fmla="*/ 113408 h 1385025"/>
                <a:gd name="connsiteX3" fmla="*/ 1453608 w 1474681"/>
                <a:gd name="connsiteY3" fmla="*/ 1037333 h 1385025"/>
                <a:gd name="connsiteX4" fmla="*/ 182020 w 1474681"/>
                <a:gd name="connsiteY4" fmla="*/ 1384995 h 1385025"/>
                <a:gd name="connsiteX5" fmla="*/ 58196 w 1474681"/>
                <a:gd name="connsiteY5" fmla="*/ 1023046 h 1385025"/>
                <a:gd name="connsiteX0" fmla="*/ 58196 w 1474681"/>
                <a:gd name="connsiteY0" fmla="*/ 1023046 h 1385025"/>
                <a:gd name="connsiteX1" fmla="*/ 72483 w 1474681"/>
                <a:gd name="connsiteY1" fmla="*/ 113408 h 1385025"/>
                <a:gd name="connsiteX2" fmla="*/ 920208 w 1474681"/>
                <a:gd name="connsiteY2" fmla="*/ 113408 h 1385025"/>
                <a:gd name="connsiteX3" fmla="*/ 1453608 w 1474681"/>
                <a:gd name="connsiteY3" fmla="*/ 1037333 h 1385025"/>
                <a:gd name="connsiteX4" fmla="*/ 182020 w 1474681"/>
                <a:gd name="connsiteY4" fmla="*/ 1384995 h 1385025"/>
                <a:gd name="connsiteX5" fmla="*/ 58196 w 1474681"/>
                <a:gd name="connsiteY5" fmla="*/ 1023046 h 1385025"/>
                <a:gd name="connsiteX0" fmla="*/ 58196 w 1474681"/>
                <a:gd name="connsiteY0" fmla="*/ 1023046 h 1385025"/>
                <a:gd name="connsiteX1" fmla="*/ 72483 w 1474681"/>
                <a:gd name="connsiteY1" fmla="*/ 113408 h 1385025"/>
                <a:gd name="connsiteX2" fmla="*/ 920208 w 1474681"/>
                <a:gd name="connsiteY2" fmla="*/ 113408 h 1385025"/>
                <a:gd name="connsiteX3" fmla="*/ 1453608 w 1474681"/>
                <a:gd name="connsiteY3" fmla="*/ 1037333 h 1385025"/>
                <a:gd name="connsiteX4" fmla="*/ 182020 w 1474681"/>
                <a:gd name="connsiteY4" fmla="*/ 1384995 h 1385025"/>
                <a:gd name="connsiteX5" fmla="*/ 58196 w 1474681"/>
                <a:gd name="connsiteY5" fmla="*/ 1023046 h 1385025"/>
                <a:gd name="connsiteX0" fmla="*/ 58196 w 1484728"/>
                <a:gd name="connsiteY0" fmla="*/ 1023046 h 1386929"/>
                <a:gd name="connsiteX1" fmla="*/ 72483 w 1484728"/>
                <a:gd name="connsiteY1" fmla="*/ 113408 h 1386929"/>
                <a:gd name="connsiteX2" fmla="*/ 920208 w 1484728"/>
                <a:gd name="connsiteY2" fmla="*/ 113408 h 1386929"/>
                <a:gd name="connsiteX3" fmla="*/ 1453608 w 1484728"/>
                <a:gd name="connsiteY3" fmla="*/ 1037333 h 1386929"/>
                <a:gd name="connsiteX4" fmla="*/ 1286920 w 1484728"/>
                <a:gd name="connsiteY4" fmla="*/ 1161158 h 1386929"/>
                <a:gd name="connsiteX5" fmla="*/ 182020 w 1484728"/>
                <a:gd name="connsiteY5" fmla="*/ 1384995 h 1386929"/>
                <a:gd name="connsiteX6" fmla="*/ 58196 w 1484728"/>
                <a:gd name="connsiteY6" fmla="*/ 1023046 h 1386929"/>
                <a:gd name="connsiteX0" fmla="*/ 58196 w 1548841"/>
                <a:gd name="connsiteY0" fmla="*/ 1023046 h 1408258"/>
                <a:gd name="connsiteX1" fmla="*/ 72483 w 1548841"/>
                <a:gd name="connsiteY1" fmla="*/ 113408 h 1408258"/>
                <a:gd name="connsiteX2" fmla="*/ 920208 w 1548841"/>
                <a:gd name="connsiteY2" fmla="*/ 113408 h 1408258"/>
                <a:gd name="connsiteX3" fmla="*/ 1453608 w 1548841"/>
                <a:gd name="connsiteY3" fmla="*/ 1037333 h 1408258"/>
                <a:gd name="connsiteX4" fmla="*/ 1420270 w 1548841"/>
                <a:gd name="connsiteY4" fmla="*/ 1370708 h 1408258"/>
                <a:gd name="connsiteX5" fmla="*/ 182020 w 1548841"/>
                <a:gd name="connsiteY5" fmla="*/ 1384995 h 1408258"/>
                <a:gd name="connsiteX6" fmla="*/ 58196 w 1548841"/>
                <a:gd name="connsiteY6" fmla="*/ 1023046 h 1408258"/>
                <a:gd name="connsiteX0" fmla="*/ 58196 w 1548841"/>
                <a:gd name="connsiteY0" fmla="*/ 1023046 h 1393265"/>
                <a:gd name="connsiteX1" fmla="*/ 72483 w 1548841"/>
                <a:gd name="connsiteY1" fmla="*/ 113408 h 1393265"/>
                <a:gd name="connsiteX2" fmla="*/ 920208 w 1548841"/>
                <a:gd name="connsiteY2" fmla="*/ 113408 h 1393265"/>
                <a:gd name="connsiteX3" fmla="*/ 1453608 w 1548841"/>
                <a:gd name="connsiteY3" fmla="*/ 1037333 h 1393265"/>
                <a:gd name="connsiteX4" fmla="*/ 1420270 w 1548841"/>
                <a:gd name="connsiteY4" fmla="*/ 1370708 h 1393265"/>
                <a:gd name="connsiteX5" fmla="*/ 182020 w 1548841"/>
                <a:gd name="connsiteY5" fmla="*/ 1384995 h 1393265"/>
                <a:gd name="connsiteX6" fmla="*/ 58196 w 1548841"/>
                <a:gd name="connsiteY6" fmla="*/ 1023046 h 1393265"/>
                <a:gd name="connsiteX0" fmla="*/ 58196 w 1485539"/>
                <a:gd name="connsiteY0" fmla="*/ 1023046 h 1393265"/>
                <a:gd name="connsiteX1" fmla="*/ 72483 w 1485539"/>
                <a:gd name="connsiteY1" fmla="*/ 113408 h 1393265"/>
                <a:gd name="connsiteX2" fmla="*/ 920208 w 1485539"/>
                <a:gd name="connsiteY2" fmla="*/ 113408 h 1393265"/>
                <a:gd name="connsiteX3" fmla="*/ 1453608 w 1485539"/>
                <a:gd name="connsiteY3" fmla="*/ 1037333 h 1393265"/>
                <a:gd name="connsiteX4" fmla="*/ 1420270 w 1485539"/>
                <a:gd name="connsiteY4" fmla="*/ 1370708 h 1393265"/>
                <a:gd name="connsiteX5" fmla="*/ 182020 w 1485539"/>
                <a:gd name="connsiteY5" fmla="*/ 1384995 h 1393265"/>
                <a:gd name="connsiteX6" fmla="*/ 58196 w 1485539"/>
                <a:gd name="connsiteY6" fmla="*/ 1023046 h 1393265"/>
                <a:gd name="connsiteX0" fmla="*/ 58196 w 1589204"/>
                <a:gd name="connsiteY0" fmla="*/ 1023046 h 1393265"/>
                <a:gd name="connsiteX1" fmla="*/ 72483 w 1589204"/>
                <a:gd name="connsiteY1" fmla="*/ 113408 h 1393265"/>
                <a:gd name="connsiteX2" fmla="*/ 920208 w 1589204"/>
                <a:gd name="connsiteY2" fmla="*/ 113408 h 1393265"/>
                <a:gd name="connsiteX3" fmla="*/ 1453608 w 1589204"/>
                <a:gd name="connsiteY3" fmla="*/ 1037333 h 1393265"/>
                <a:gd name="connsiteX4" fmla="*/ 1586958 w 1589204"/>
                <a:gd name="connsiteY4" fmla="*/ 1370708 h 1393265"/>
                <a:gd name="connsiteX5" fmla="*/ 182020 w 1589204"/>
                <a:gd name="connsiteY5" fmla="*/ 1384995 h 1393265"/>
                <a:gd name="connsiteX6" fmla="*/ 58196 w 1589204"/>
                <a:gd name="connsiteY6" fmla="*/ 1023046 h 1393265"/>
                <a:gd name="connsiteX0" fmla="*/ 58196 w 1586958"/>
                <a:gd name="connsiteY0" fmla="*/ 1023046 h 1393265"/>
                <a:gd name="connsiteX1" fmla="*/ 72483 w 1586958"/>
                <a:gd name="connsiteY1" fmla="*/ 113408 h 1393265"/>
                <a:gd name="connsiteX2" fmla="*/ 920208 w 1586958"/>
                <a:gd name="connsiteY2" fmla="*/ 113408 h 1393265"/>
                <a:gd name="connsiteX3" fmla="*/ 1453608 w 1586958"/>
                <a:gd name="connsiteY3" fmla="*/ 1037333 h 1393265"/>
                <a:gd name="connsiteX4" fmla="*/ 1586958 w 1586958"/>
                <a:gd name="connsiteY4" fmla="*/ 1370708 h 1393265"/>
                <a:gd name="connsiteX5" fmla="*/ 182020 w 1586958"/>
                <a:gd name="connsiteY5" fmla="*/ 1384995 h 1393265"/>
                <a:gd name="connsiteX6" fmla="*/ 58196 w 1586958"/>
                <a:gd name="connsiteY6" fmla="*/ 1023046 h 1393265"/>
                <a:gd name="connsiteX0" fmla="*/ 58196 w 1586958"/>
                <a:gd name="connsiteY0" fmla="*/ 1023046 h 1393265"/>
                <a:gd name="connsiteX1" fmla="*/ 72483 w 1586958"/>
                <a:gd name="connsiteY1" fmla="*/ 113408 h 1393265"/>
                <a:gd name="connsiteX2" fmla="*/ 920208 w 1586958"/>
                <a:gd name="connsiteY2" fmla="*/ 113408 h 1393265"/>
                <a:gd name="connsiteX3" fmla="*/ 1248821 w 1586958"/>
                <a:gd name="connsiteY3" fmla="*/ 637283 h 1393265"/>
                <a:gd name="connsiteX4" fmla="*/ 1586958 w 1586958"/>
                <a:gd name="connsiteY4" fmla="*/ 1370708 h 1393265"/>
                <a:gd name="connsiteX5" fmla="*/ 182020 w 1586958"/>
                <a:gd name="connsiteY5" fmla="*/ 1384995 h 1393265"/>
                <a:gd name="connsiteX6" fmla="*/ 58196 w 1586958"/>
                <a:gd name="connsiteY6" fmla="*/ 1023046 h 1393265"/>
                <a:gd name="connsiteX0" fmla="*/ 54029 w 1582791"/>
                <a:gd name="connsiteY0" fmla="*/ 1039928 h 1410147"/>
                <a:gd name="connsiteX1" fmla="*/ 68316 w 1582791"/>
                <a:gd name="connsiteY1" fmla="*/ 130290 h 1410147"/>
                <a:gd name="connsiteX2" fmla="*/ 858891 w 1582791"/>
                <a:gd name="connsiteY2" fmla="*/ 101715 h 1410147"/>
                <a:gd name="connsiteX3" fmla="*/ 1244654 w 1582791"/>
                <a:gd name="connsiteY3" fmla="*/ 654165 h 1410147"/>
                <a:gd name="connsiteX4" fmla="*/ 1582791 w 1582791"/>
                <a:gd name="connsiteY4" fmla="*/ 1387590 h 1410147"/>
                <a:gd name="connsiteX5" fmla="*/ 177853 w 1582791"/>
                <a:gd name="connsiteY5" fmla="*/ 1401877 h 1410147"/>
                <a:gd name="connsiteX6" fmla="*/ 54029 w 1582791"/>
                <a:gd name="connsiteY6" fmla="*/ 1039928 h 1410147"/>
                <a:gd name="connsiteX0" fmla="*/ 54029 w 1582791"/>
                <a:gd name="connsiteY0" fmla="*/ 1039928 h 1410147"/>
                <a:gd name="connsiteX1" fmla="*/ 68316 w 1582791"/>
                <a:gd name="connsiteY1" fmla="*/ 130290 h 1410147"/>
                <a:gd name="connsiteX2" fmla="*/ 858891 w 1582791"/>
                <a:gd name="connsiteY2" fmla="*/ 101715 h 1410147"/>
                <a:gd name="connsiteX3" fmla="*/ 1244654 w 1582791"/>
                <a:gd name="connsiteY3" fmla="*/ 654165 h 1410147"/>
                <a:gd name="connsiteX4" fmla="*/ 1582791 w 1582791"/>
                <a:gd name="connsiteY4" fmla="*/ 1387590 h 1410147"/>
                <a:gd name="connsiteX5" fmla="*/ 177853 w 1582791"/>
                <a:gd name="connsiteY5" fmla="*/ 1401877 h 1410147"/>
                <a:gd name="connsiteX6" fmla="*/ 54029 w 1582791"/>
                <a:gd name="connsiteY6" fmla="*/ 1039928 h 1410147"/>
                <a:gd name="connsiteX0" fmla="*/ 54029 w 1582791"/>
                <a:gd name="connsiteY0" fmla="*/ 1012485 h 1382704"/>
                <a:gd name="connsiteX1" fmla="*/ 68316 w 1582791"/>
                <a:gd name="connsiteY1" fmla="*/ 102847 h 1382704"/>
                <a:gd name="connsiteX2" fmla="*/ 858891 w 1582791"/>
                <a:gd name="connsiteY2" fmla="*/ 74272 h 1382704"/>
                <a:gd name="connsiteX3" fmla="*/ 1244654 w 1582791"/>
                <a:gd name="connsiteY3" fmla="*/ 626722 h 1382704"/>
                <a:gd name="connsiteX4" fmla="*/ 1582791 w 1582791"/>
                <a:gd name="connsiteY4" fmla="*/ 1360147 h 1382704"/>
                <a:gd name="connsiteX5" fmla="*/ 177853 w 1582791"/>
                <a:gd name="connsiteY5" fmla="*/ 1374434 h 1382704"/>
                <a:gd name="connsiteX6" fmla="*/ 54029 w 1582791"/>
                <a:gd name="connsiteY6" fmla="*/ 1012485 h 1382704"/>
                <a:gd name="connsiteX0" fmla="*/ 54029 w 1582791"/>
                <a:gd name="connsiteY0" fmla="*/ 1012485 h 1382704"/>
                <a:gd name="connsiteX1" fmla="*/ 68316 w 1582791"/>
                <a:gd name="connsiteY1" fmla="*/ 102847 h 1382704"/>
                <a:gd name="connsiteX2" fmla="*/ 858891 w 1582791"/>
                <a:gd name="connsiteY2" fmla="*/ 74272 h 1382704"/>
                <a:gd name="connsiteX3" fmla="*/ 1354191 w 1582791"/>
                <a:gd name="connsiteY3" fmla="*/ 612435 h 1382704"/>
                <a:gd name="connsiteX4" fmla="*/ 1582791 w 1582791"/>
                <a:gd name="connsiteY4" fmla="*/ 1360147 h 1382704"/>
                <a:gd name="connsiteX5" fmla="*/ 177853 w 1582791"/>
                <a:gd name="connsiteY5" fmla="*/ 1374434 h 1382704"/>
                <a:gd name="connsiteX6" fmla="*/ 54029 w 1582791"/>
                <a:gd name="connsiteY6" fmla="*/ 1012485 h 1382704"/>
                <a:gd name="connsiteX0" fmla="*/ 54029 w 1582791"/>
                <a:gd name="connsiteY0" fmla="*/ 1012485 h 1382704"/>
                <a:gd name="connsiteX1" fmla="*/ 68316 w 1582791"/>
                <a:gd name="connsiteY1" fmla="*/ 102847 h 1382704"/>
                <a:gd name="connsiteX2" fmla="*/ 858891 w 1582791"/>
                <a:gd name="connsiteY2" fmla="*/ 74272 h 1382704"/>
                <a:gd name="connsiteX3" fmla="*/ 1354191 w 1582791"/>
                <a:gd name="connsiteY3" fmla="*/ 612435 h 1382704"/>
                <a:gd name="connsiteX4" fmla="*/ 1582791 w 1582791"/>
                <a:gd name="connsiteY4" fmla="*/ 1360147 h 1382704"/>
                <a:gd name="connsiteX5" fmla="*/ 177853 w 1582791"/>
                <a:gd name="connsiteY5" fmla="*/ 1374434 h 1382704"/>
                <a:gd name="connsiteX6" fmla="*/ 54029 w 1582791"/>
                <a:gd name="connsiteY6" fmla="*/ 1012485 h 1382704"/>
                <a:gd name="connsiteX0" fmla="*/ 54029 w 1597234"/>
                <a:gd name="connsiteY0" fmla="*/ 1012485 h 1382704"/>
                <a:gd name="connsiteX1" fmla="*/ 68316 w 1597234"/>
                <a:gd name="connsiteY1" fmla="*/ 102847 h 1382704"/>
                <a:gd name="connsiteX2" fmla="*/ 858891 w 1597234"/>
                <a:gd name="connsiteY2" fmla="*/ 74272 h 1382704"/>
                <a:gd name="connsiteX3" fmla="*/ 1582791 w 1597234"/>
                <a:gd name="connsiteY3" fmla="*/ 1360147 h 1382704"/>
                <a:gd name="connsiteX4" fmla="*/ 177853 w 1597234"/>
                <a:gd name="connsiteY4" fmla="*/ 1374434 h 1382704"/>
                <a:gd name="connsiteX5" fmla="*/ 54029 w 1597234"/>
                <a:gd name="connsiteY5" fmla="*/ 1012485 h 1382704"/>
                <a:gd name="connsiteX0" fmla="*/ 70743 w 1621211"/>
                <a:gd name="connsiteY0" fmla="*/ 991937 h 1362156"/>
                <a:gd name="connsiteX1" fmla="*/ 85030 w 1621211"/>
                <a:gd name="connsiteY1" fmla="*/ 82299 h 1362156"/>
                <a:gd name="connsiteX2" fmla="*/ 1104205 w 1621211"/>
                <a:gd name="connsiteY2" fmla="*/ 96587 h 1362156"/>
                <a:gd name="connsiteX3" fmla="*/ 1599505 w 1621211"/>
                <a:gd name="connsiteY3" fmla="*/ 1339599 h 1362156"/>
                <a:gd name="connsiteX4" fmla="*/ 194567 w 1621211"/>
                <a:gd name="connsiteY4" fmla="*/ 1353886 h 1362156"/>
                <a:gd name="connsiteX5" fmla="*/ 70743 w 1621211"/>
                <a:gd name="connsiteY5" fmla="*/ 991937 h 1362156"/>
                <a:gd name="connsiteX0" fmla="*/ 70743 w 1621211"/>
                <a:gd name="connsiteY0" fmla="*/ 1015553 h 1385772"/>
                <a:gd name="connsiteX1" fmla="*/ 85030 w 1621211"/>
                <a:gd name="connsiteY1" fmla="*/ 105915 h 1385772"/>
                <a:gd name="connsiteX2" fmla="*/ 1104205 w 1621211"/>
                <a:gd name="connsiteY2" fmla="*/ 120203 h 1385772"/>
                <a:gd name="connsiteX3" fmla="*/ 1599505 w 1621211"/>
                <a:gd name="connsiteY3" fmla="*/ 1363215 h 1385772"/>
                <a:gd name="connsiteX4" fmla="*/ 194567 w 1621211"/>
                <a:gd name="connsiteY4" fmla="*/ 1377502 h 1385772"/>
                <a:gd name="connsiteX5" fmla="*/ 70743 w 1621211"/>
                <a:gd name="connsiteY5" fmla="*/ 1015553 h 1385772"/>
                <a:gd name="connsiteX0" fmla="*/ 70743 w 1621211"/>
                <a:gd name="connsiteY0" fmla="*/ 986618 h 1356837"/>
                <a:gd name="connsiteX1" fmla="*/ 85030 w 1621211"/>
                <a:gd name="connsiteY1" fmla="*/ 76980 h 1356837"/>
                <a:gd name="connsiteX2" fmla="*/ 1104205 w 1621211"/>
                <a:gd name="connsiteY2" fmla="*/ 153181 h 1356837"/>
                <a:gd name="connsiteX3" fmla="*/ 1599505 w 1621211"/>
                <a:gd name="connsiteY3" fmla="*/ 1334280 h 1356837"/>
                <a:gd name="connsiteX4" fmla="*/ 194567 w 1621211"/>
                <a:gd name="connsiteY4" fmla="*/ 1348567 h 1356837"/>
                <a:gd name="connsiteX5" fmla="*/ 70743 w 1621211"/>
                <a:gd name="connsiteY5" fmla="*/ 986618 h 1356837"/>
                <a:gd name="connsiteX0" fmla="*/ 70743 w 1620187"/>
                <a:gd name="connsiteY0" fmla="*/ 986710 h 1356929"/>
                <a:gd name="connsiteX1" fmla="*/ 85030 w 1620187"/>
                <a:gd name="connsiteY1" fmla="*/ 77072 h 1356929"/>
                <a:gd name="connsiteX2" fmla="*/ 1104205 w 1620187"/>
                <a:gd name="connsiteY2" fmla="*/ 153273 h 1356929"/>
                <a:gd name="connsiteX3" fmla="*/ 1599505 w 1620187"/>
                <a:gd name="connsiteY3" fmla="*/ 1334372 h 1356929"/>
                <a:gd name="connsiteX4" fmla="*/ 194567 w 1620187"/>
                <a:gd name="connsiteY4" fmla="*/ 1348659 h 1356929"/>
                <a:gd name="connsiteX5" fmla="*/ 70743 w 1620187"/>
                <a:gd name="connsiteY5" fmla="*/ 986710 h 1356929"/>
                <a:gd name="connsiteX0" fmla="*/ 70743 w 1619895"/>
                <a:gd name="connsiteY0" fmla="*/ 1039644 h 1409863"/>
                <a:gd name="connsiteX1" fmla="*/ 85030 w 1619895"/>
                <a:gd name="connsiteY1" fmla="*/ 130006 h 1409863"/>
                <a:gd name="connsiteX2" fmla="*/ 1104205 w 1619895"/>
                <a:gd name="connsiteY2" fmla="*/ 206207 h 1409863"/>
                <a:gd name="connsiteX3" fmla="*/ 1599505 w 1619895"/>
                <a:gd name="connsiteY3" fmla="*/ 1387306 h 1409863"/>
                <a:gd name="connsiteX4" fmla="*/ 194567 w 1619895"/>
                <a:gd name="connsiteY4" fmla="*/ 1401593 h 1409863"/>
                <a:gd name="connsiteX5" fmla="*/ 70743 w 1619895"/>
                <a:gd name="connsiteY5" fmla="*/ 1039644 h 1409863"/>
                <a:gd name="connsiteX0" fmla="*/ 209554 w 1634882"/>
                <a:gd name="connsiteY0" fmla="*/ 1401593 h 1409863"/>
                <a:gd name="connsiteX1" fmla="*/ 100017 w 1634882"/>
                <a:gd name="connsiteY1" fmla="*/ 130006 h 1409863"/>
                <a:gd name="connsiteX2" fmla="*/ 1119192 w 1634882"/>
                <a:gd name="connsiteY2" fmla="*/ 206207 h 1409863"/>
                <a:gd name="connsiteX3" fmla="*/ 1614492 w 1634882"/>
                <a:gd name="connsiteY3" fmla="*/ 1387306 h 1409863"/>
                <a:gd name="connsiteX4" fmla="*/ 209554 w 1634882"/>
                <a:gd name="connsiteY4" fmla="*/ 1401593 h 1409863"/>
                <a:gd name="connsiteX0" fmla="*/ 209554 w 1634882"/>
                <a:gd name="connsiteY0" fmla="*/ 1401593 h 1401593"/>
                <a:gd name="connsiteX1" fmla="*/ 100017 w 1634882"/>
                <a:gd name="connsiteY1" fmla="*/ 130006 h 1401593"/>
                <a:gd name="connsiteX2" fmla="*/ 1119192 w 1634882"/>
                <a:gd name="connsiteY2" fmla="*/ 206207 h 1401593"/>
                <a:gd name="connsiteX3" fmla="*/ 1614492 w 1634882"/>
                <a:gd name="connsiteY3" fmla="*/ 1387306 h 1401593"/>
                <a:gd name="connsiteX4" fmla="*/ 209554 w 1634882"/>
                <a:gd name="connsiteY4" fmla="*/ 1401593 h 1401593"/>
                <a:gd name="connsiteX0" fmla="*/ 209554 w 1636198"/>
                <a:gd name="connsiteY0" fmla="*/ 1366747 h 1368352"/>
                <a:gd name="connsiteX1" fmla="*/ 100017 w 1636198"/>
                <a:gd name="connsiteY1" fmla="*/ 95160 h 1368352"/>
                <a:gd name="connsiteX2" fmla="*/ 1119192 w 1636198"/>
                <a:gd name="connsiteY2" fmla="*/ 171361 h 1368352"/>
                <a:gd name="connsiteX3" fmla="*/ 1614492 w 1636198"/>
                <a:gd name="connsiteY3" fmla="*/ 1366748 h 1368352"/>
                <a:gd name="connsiteX4" fmla="*/ 209554 w 1636198"/>
                <a:gd name="connsiteY4" fmla="*/ 1366747 h 1368352"/>
                <a:gd name="connsiteX0" fmla="*/ 209554 w 1636198"/>
                <a:gd name="connsiteY0" fmla="*/ 1366747 h 1368352"/>
                <a:gd name="connsiteX1" fmla="*/ 100017 w 1636198"/>
                <a:gd name="connsiteY1" fmla="*/ 95160 h 1368352"/>
                <a:gd name="connsiteX2" fmla="*/ 1119192 w 1636198"/>
                <a:gd name="connsiteY2" fmla="*/ 171361 h 1368352"/>
                <a:gd name="connsiteX3" fmla="*/ 1614492 w 1636198"/>
                <a:gd name="connsiteY3" fmla="*/ 1366748 h 1368352"/>
                <a:gd name="connsiteX4" fmla="*/ 209554 w 1636198"/>
                <a:gd name="connsiteY4" fmla="*/ 1366747 h 1368352"/>
                <a:gd name="connsiteX0" fmla="*/ 209554 w 1617122"/>
                <a:gd name="connsiteY0" fmla="*/ 1366747 h 1368352"/>
                <a:gd name="connsiteX1" fmla="*/ 100017 w 1617122"/>
                <a:gd name="connsiteY1" fmla="*/ 95160 h 1368352"/>
                <a:gd name="connsiteX2" fmla="*/ 1119192 w 1617122"/>
                <a:gd name="connsiteY2" fmla="*/ 171361 h 1368352"/>
                <a:gd name="connsiteX3" fmla="*/ 1614492 w 1617122"/>
                <a:gd name="connsiteY3" fmla="*/ 1366748 h 1368352"/>
                <a:gd name="connsiteX4" fmla="*/ 209554 w 1617122"/>
                <a:gd name="connsiteY4" fmla="*/ 1366747 h 1368352"/>
                <a:gd name="connsiteX0" fmla="*/ 214778 w 1612821"/>
                <a:gd name="connsiteY0" fmla="*/ 1407355 h 1407355"/>
                <a:gd name="connsiteX1" fmla="*/ 95716 w 1612821"/>
                <a:gd name="connsiteY1" fmla="*/ 121480 h 1407355"/>
                <a:gd name="connsiteX2" fmla="*/ 1114891 w 1612821"/>
                <a:gd name="connsiteY2" fmla="*/ 197681 h 1407355"/>
                <a:gd name="connsiteX3" fmla="*/ 1610191 w 1612821"/>
                <a:gd name="connsiteY3" fmla="*/ 1393068 h 1407355"/>
                <a:gd name="connsiteX4" fmla="*/ 214778 w 1612821"/>
                <a:gd name="connsiteY4" fmla="*/ 1407355 h 1407355"/>
                <a:gd name="connsiteX0" fmla="*/ 187732 w 1585775"/>
                <a:gd name="connsiteY0" fmla="*/ 1407355 h 1523474"/>
                <a:gd name="connsiteX1" fmla="*/ 68670 w 1585775"/>
                <a:gd name="connsiteY1" fmla="*/ 121480 h 1523474"/>
                <a:gd name="connsiteX2" fmla="*/ 1087845 w 1585775"/>
                <a:gd name="connsiteY2" fmla="*/ 197681 h 1523474"/>
                <a:gd name="connsiteX3" fmla="*/ 1583145 w 1585775"/>
                <a:gd name="connsiteY3" fmla="*/ 1393068 h 1523474"/>
                <a:gd name="connsiteX4" fmla="*/ 187732 w 1585775"/>
                <a:gd name="connsiteY4" fmla="*/ 1407355 h 1523474"/>
                <a:gd name="connsiteX0" fmla="*/ 187732 w 1585775"/>
                <a:gd name="connsiteY0" fmla="*/ 1407355 h 1410060"/>
                <a:gd name="connsiteX1" fmla="*/ 68670 w 1585775"/>
                <a:gd name="connsiteY1" fmla="*/ 121480 h 1410060"/>
                <a:gd name="connsiteX2" fmla="*/ 1087845 w 1585775"/>
                <a:gd name="connsiteY2" fmla="*/ 197681 h 1410060"/>
                <a:gd name="connsiteX3" fmla="*/ 1583145 w 1585775"/>
                <a:gd name="connsiteY3" fmla="*/ 1393068 h 1410060"/>
                <a:gd name="connsiteX4" fmla="*/ 187732 w 1585775"/>
                <a:gd name="connsiteY4" fmla="*/ 1407355 h 1410060"/>
                <a:gd name="connsiteX0" fmla="*/ 289752 w 1687980"/>
                <a:gd name="connsiteY0" fmla="*/ 1546451 h 1549156"/>
                <a:gd name="connsiteX1" fmla="*/ 46865 w 1687980"/>
                <a:gd name="connsiteY1" fmla="*/ 79601 h 1549156"/>
                <a:gd name="connsiteX2" fmla="*/ 1189865 w 1687980"/>
                <a:gd name="connsiteY2" fmla="*/ 336777 h 1549156"/>
                <a:gd name="connsiteX3" fmla="*/ 1685165 w 1687980"/>
                <a:gd name="connsiteY3" fmla="*/ 1532164 h 1549156"/>
                <a:gd name="connsiteX4" fmla="*/ 289752 w 1687980"/>
                <a:gd name="connsiteY4" fmla="*/ 1546451 h 1549156"/>
                <a:gd name="connsiteX0" fmla="*/ 287528 w 1685463"/>
                <a:gd name="connsiteY0" fmla="*/ 1538241 h 1540946"/>
                <a:gd name="connsiteX1" fmla="*/ 44641 w 1685463"/>
                <a:gd name="connsiteY1" fmla="*/ 71391 h 1540946"/>
                <a:gd name="connsiteX2" fmla="*/ 1154304 w 1685463"/>
                <a:gd name="connsiteY2" fmla="*/ 361904 h 1540946"/>
                <a:gd name="connsiteX3" fmla="*/ 1682941 w 1685463"/>
                <a:gd name="connsiteY3" fmla="*/ 1523954 h 1540946"/>
                <a:gd name="connsiteX4" fmla="*/ 287528 w 1685463"/>
                <a:gd name="connsiteY4" fmla="*/ 1538241 h 1540946"/>
                <a:gd name="connsiteX0" fmla="*/ 287528 w 1685463"/>
                <a:gd name="connsiteY0" fmla="*/ 1538821 h 1550557"/>
                <a:gd name="connsiteX1" fmla="*/ 44641 w 1685463"/>
                <a:gd name="connsiteY1" fmla="*/ 71971 h 1550557"/>
                <a:gd name="connsiteX2" fmla="*/ 1154304 w 1685463"/>
                <a:gd name="connsiteY2" fmla="*/ 362484 h 1550557"/>
                <a:gd name="connsiteX3" fmla="*/ 1682941 w 1685463"/>
                <a:gd name="connsiteY3" fmla="*/ 1548346 h 1550557"/>
                <a:gd name="connsiteX4" fmla="*/ 287528 w 1685463"/>
                <a:gd name="connsiteY4" fmla="*/ 1538821 h 1550557"/>
                <a:gd name="connsiteX0" fmla="*/ 287528 w 1685463"/>
                <a:gd name="connsiteY0" fmla="*/ 1538821 h 1550557"/>
                <a:gd name="connsiteX1" fmla="*/ 44641 w 1685463"/>
                <a:gd name="connsiteY1" fmla="*/ 71971 h 1550557"/>
                <a:gd name="connsiteX2" fmla="*/ 1154304 w 1685463"/>
                <a:gd name="connsiteY2" fmla="*/ 362484 h 1550557"/>
                <a:gd name="connsiteX3" fmla="*/ 1682941 w 1685463"/>
                <a:gd name="connsiteY3" fmla="*/ 1548346 h 1550557"/>
                <a:gd name="connsiteX4" fmla="*/ 287528 w 1685463"/>
                <a:gd name="connsiteY4" fmla="*/ 1538821 h 1550557"/>
                <a:gd name="connsiteX0" fmla="*/ 287528 w 1685463"/>
                <a:gd name="connsiteY0" fmla="*/ 1538705 h 1546936"/>
                <a:gd name="connsiteX1" fmla="*/ 44641 w 1685463"/>
                <a:gd name="connsiteY1" fmla="*/ 71855 h 1546936"/>
                <a:gd name="connsiteX2" fmla="*/ 1154304 w 1685463"/>
                <a:gd name="connsiteY2" fmla="*/ 362368 h 1546936"/>
                <a:gd name="connsiteX3" fmla="*/ 1682941 w 1685463"/>
                <a:gd name="connsiteY3" fmla="*/ 1543468 h 1546936"/>
                <a:gd name="connsiteX4" fmla="*/ 287528 w 1685463"/>
                <a:gd name="connsiteY4" fmla="*/ 1538705 h 1546936"/>
                <a:gd name="connsiteX0" fmla="*/ 287528 w 1685463"/>
                <a:gd name="connsiteY0" fmla="*/ 1538473 h 1542711"/>
                <a:gd name="connsiteX1" fmla="*/ 44641 w 1685463"/>
                <a:gd name="connsiteY1" fmla="*/ 71623 h 1542711"/>
                <a:gd name="connsiteX2" fmla="*/ 1154304 w 1685463"/>
                <a:gd name="connsiteY2" fmla="*/ 362136 h 1542711"/>
                <a:gd name="connsiteX3" fmla="*/ 1682941 w 1685463"/>
                <a:gd name="connsiteY3" fmla="*/ 1533711 h 1542711"/>
                <a:gd name="connsiteX4" fmla="*/ 287528 w 1685463"/>
                <a:gd name="connsiteY4" fmla="*/ 1538473 h 1542711"/>
                <a:gd name="connsiteX0" fmla="*/ 287528 w 1685463"/>
                <a:gd name="connsiteY0" fmla="*/ 1538588 h 1544338"/>
                <a:gd name="connsiteX1" fmla="*/ 44641 w 1685463"/>
                <a:gd name="connsiteY1" fmla="*/ 71738 h 1544338"/>
                <a:gd name="connsiteX2" fmla="*/ 1154304 w 1685463"/>
                <a:gd name="connsiteY2" fmla="*/ 362251 h 1544338"/>
                <a:gd name="connsiteX3" fmla="*/ 1682941 w 1685463"/>
                <a:gd name="connsiteY3" fmla="*/ 1538588 h 1544338"/>
                <a:gd name="connsiteX4" fmla="*/ 287528 w 1685463"/>
                <a:gd name="connsiteY4" fmla="*/ 1538588 h 1544338"/>
                <a:gd name="connsiteX0" fmla="*/ 250487 w 1648368"/>
                <a:gd name="connsiteY0" fmla="*/ 1559224 h 1564974"/>
                <a:gd name="connsiteX1" fmla="*/ 50463 w 1648368"/>
                <a:gd name="connsiteY1" fmla="*/ 68561 h 1564974"/>
                <a:gd name="connsiteX2" fmla="*/ 1117263 w 1648368"/>
                <a:gd name="connsiteY2" fmla="*/ 382887 h 1564974"/>
                <a:gd name="connsiteX3" fmla="*/ 1645900 w 1648368"/>
                <a:gd name="connsiteY3" fmla="*/ 1559224 h 1564974"/>
                <a:gd name="connsiteX4" fmla="*/ 250487 w 1648368"/>
                <a:gd name="connsiteY4" fmla="*/ 1559224 h 1564974"/>
                <a:gd name="connsiteX0" fmla="*/ 322687 w 1720568"/>
                <a:gd name="connsiteY0" fmla="*/ 1585030 h 1590780"/>
                <a:gd name="connsiteX1" fmla="*/ 122663 w 1720568"/>
                <a:gd name="connsiteY1" fmla="*/ 94367 h 1590780"/>
                <a:gd name="connsiteX2" fmla="*/ 1189463 w 1720568"/>
                <a:gd name="connsiteY2" fmla="*/ 408693 h 1590780"/>
                <a:gd name="connsiteX3" fmla="*/ 1718100 w 1720568"/>
                <a:gd name="connsiteY3" fmla="*/ 1585030 h 1590780"/>
                <a:gd name="connsiteX4" fmla="*/ 322687 w 1720568"/>
                <a:gd name="connsiteY4" fmla="*/ 1585030 h 1590780"/>
                <a:gd name="connsiteX0" fmla="*/ 322687 w 1720568"/>
                <a:gd name="connsiteY0" fmla="*/ 1585030 h 1779310"/>
                <a:gd name="connsiteX1" fmla="*/ 122663 w 1720568"/>
                <a:gd name="connsiteY1" fmla="*/ 94367 h 1779310"/>
                <a:gd name="connsiteX2" fmla="*/ 1189463 w 1720568"/>
                <a:gd name="connsiteY2" fmla="*/ 408693 h 1779310"/>
                <a:gd name="connsiteX3" fmla="*/ 1718100 w 1720568"/>
                <a:gd name="connsiteY3" fmla="*/ 1585030 h 1779310"/>
                <a:gd name="connsiteX4" fmla="*/ 322687 w 1720568"/>
                <a:gd name="connsiteY4" fmla="*/ 1585030 h 1779310"/>
                <a:gd name="connsiteX0" fmla="*/ 322687 w 1720568"/>
                <a:gd name="connsiteY0" fmla="*/ 1585030 h 1587499"/>
                <a:gd name="connsiteX1" fmla="*/ 122663 w 1720568"/>
                <a:gd name="connsiteY1" fmla="*/ 94367 h 1587499"/>
                <a:gd name="connsiteX2" fmla="*/ 1189463 w 1720568"/>
                <a:gd name="connsiteY2" fmla="*/ 408693 h 1587499"/>
                <a:gd name="connsiteX3" fmla="*/ 1718100 w 1720568"/>
                <a:gd name="connsiteY3" fmla="*/ 1585030 h 1587499"/>
                <a:gd name="connsiteX4" fmla="*/ 322687 w 1720568"/>
                <a:gd name="connsiteY4" fmla="*/ 1585030 h 1587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0568" h="1587499">
                  <a:moveTo>
                    <a:pt x="322687" y="1585030"/>
                  </a:moveTo>
                  <a:cubicBezTo>
                    <a:pt x="175049" y="1150690"/>
                    <a:pt x="-189440" y="351383"/>
                    <a:pt x="122663" y="94367"/>
                  </a:cubicBezTo>
                  <a:cubicBezTo>
                    <a:pt x="434766" y="-162649"/>
                    <a:pt x="923557" y="160249"/>
                    <a:pt x="1189463" y="408693"/>
                  </a:cubicBezTo>
                  <a:cubicBezTo>
                    <a:pt x="1455369" y="657137"/>
                    <a:pt x="1750644" y="1139737"/>
                    <a:pt x="1718100" y="1585030"/>
                  </a:cubicBezTo>
                  <a:cubicBezTo>
                    <a:pt x="1710956" y="1590587"/>
                    <a:pt x="348405" y="1585030"/>
                    <a:pt x="322687" y="1585030"/>
                  </a:cubicBezTo>
                  <a:close/>
                </a:path>
              </a:pathLst>
            </a:custGeom>
            <a:solidFill>
              <a:srgbClr val="4472C4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15" name="グループ化 114"/>
            <p:cNvGrpSpPr/>
            <p:nvPr/>
          </p:nvGrpSpPr>
          <p:grpSpPr>
            <a:xfrm>
              <a:off x="3388111" y="4578261"/>
              <a:ext cx="422521" cy="344259"/>
              <a:chOff x="3388111" y="4578261"/>
              <a:chExt cx="422521" cy="344259"/>
            </a:xfrm>
          </p:grpSpPr>
          <p:cxnSp>
            <p:nvCxnSpPr>
              <p:cNvPr id="119" name="直線コネクタ 118"/>
              <p:cNvCxnSpPr/>
              <p:nvPr/>
            </p:nvCxnSpPr>
            <p:spPr>
              <a:xfrm flipV="1">
                <a:off x="3427357" y="4610100"/>
                <a:ext cx="383275" cy="31242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線コネクタ 119"/>
              <p:cNvCxnSpPr/>
              <p:nvPr/>
            </p:nvCxnSpPr>
            <p:spPr>
              <a:xfrm flipV="1">
                <a:off x="3388111" y="4578261"/>
                <a:ext cx="383275" cy="31242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6" name="曲線コネクタ 115"/>
            <p:cNvCxnSpPr>
              <a:stCxn id="112" idx="3"/>
            </p:cNvCxnSpPr>
            <p:nvPr/>
          </p:nvCxnSpPr>
          <p:spPr>
            <a:xfrm>
              <a:off x="2392744" y="2999083"/>
              <a:ext cx="1459295" cy="1547339"/>
            </a:xfrm>
            <a:prstGeom prst="curvedConnector2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テキスト ボックス 116">
              <a:extLst>
                <a:ext uri="{FF2B5EF4-FFF2-40B4-BE49-F238E27FC236}">
                  <a16:creationId xmlns:a16="http://schemas.microsoft.com/office/drawing/2014/main" id="{0801520B-72C5-4D9D-B68D-D57C4AB4A787}"/>
                </a:ext>
              </a:extLst>
            </p:cNvPr>
            <p:cNvSpPr txBox="1"/>
            <p:nvPr/>
          </p:nvSpPr>
          <p:spPr>
            <a:xfrm>
              <a:off x="3218516" y="3041225"/>
              <a:ext cx="107433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>
                  <a:solidFill>
                    <a:srgbClr val="FF0000"/>
                  </a:solidFill>
                </a:rPr>
                <a:t>α-cut</a:t>
              </a:r>
              <a:endParaRPr lang="ja-JP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18" name="テキスト ボックス 117">
              <a:extLst>
                <a:ext uri="{FF2B5EF4-FFF2-40B4-BE49-F238E27FC236}">
                  <a16:creationId xmlns:a16="http://schemas.microsoft.com/office/drawing/2014/main" id="{0801520B-72C5-4D9D-B68D-D57C4AB4A787}"/>
                </a:ext>
              </a:extLst>
            </p:cNvPr>
            <p:cNvSpPr txBox="1"/>
            <p:nvPr/>
          </p:nvSpPr>
          <p:spPr>
            <a:xfrm>
              <a:off x="4556810" y="5652758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dirty="0">
                  <a:solidFill>
                    <a:srgbClr val="FF0000"/>
                  </a:solidFill>
                </a:rPr>
                <a:t>探索不要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52724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605452-B271-447F-9752-3974B5C5C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ミニ・マックス法の問題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5BE644E-CA5E-4209-B3BC-500CFB5E8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ミニ・マックス法</a:t>
            </a:r>
            <a:r>
              <a:rPr kumimoji="1" lang="ja-JP" altLang="en-US" dirty="0"/>
              <a:t>は，実はヒトもやっている．</a:t>
            </a:r>
            <a:endParaRPr kumimoji="1" lang="en-US" altLang="ja-JP" dirty="0"/>
          </a:p>
          <a:p>
            <a:r>
              <a:rPr kumimoji="1" lang="ja-JP" altLang="en-US" dirty="0"/>
              <a:t>評価値が十分に妥当なら，十分に有効な方法である．</a:t>
            </a:r>
            <a:endParaRPr kumimoji="1" lang="en-US" altLang="ja-JP" dirty="0"/>
          </a:p>
          <a:p>
            <a:r>
              <a:rPr lang="ja-JP" altLang="en-US" dirty="0"/>
              <a:t>評価値がどのくらい妥当か，どのくらい早く，効率的に，深く先読みできるかが「賢さ」に反映される．</a:t>
            </a:r>
            <a:endParaRPr kumimoji="1" lang="en-US" altLang="ja-JP" dirty="0"/>
          </a:p>
          <a:p>
            <a:r>
              <a:rPr lang="ja-JP" altLang="en-US" dirty="0"/>
              <a:t>しかし，特に複雑なゲームの場合，妥当な評価値を求めるのも難しい．</a:t>
            </a:r>
            <a:endParaRPr lang="en-US" altLang="ja-JP" dirty="0"/>
          </a:p>
          <a:p>
            <a:pPr marL="0" indent="0" algn="ctr">
              <a:buNone/>
            </a:pPr>
            <a:r>
              <a:rPr lang="ja-JP" altLang="en-US" dirty="0"/>
              <a:t>↓</a:t>
            </a:r>
            <a:endParaRPr lang="en-US" altLang="ja-JP" dirty="0"/>
          </a:p>
          <a:p>
            <a:pPr marL="0" indent="0" algn="ctr">
              <a:buNone/>
            </a:pPr>
            <a:r>
              <a:rPr lang="ja-JP" altLang="en-US" dirty="0"/>
              <a:t>モンテカルロ法・ディープラーニング </a:t>
            </a:r>
            <a:r>
              <a:rPr lang="en-US" altLang="ja-JP" dirty="0"/>
              <a:t>(</a:t>
            </a:r>
            <a:r>
              <a:rPr lang="ja-JP" altLang="en-US" dirty="0"/>
              <a:t>深層学習</a:t>
            </a:r>
            <a:r>
              <a:rPr lang="en-US" altLang="ja-JP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66585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0D7DC39-2772-4C11-91B5-C457368F2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65127"/>
            <a:ext cx="10772553" cy="5811836"/>
          </a:xfrm>
        </p:spPr>
        <p:txBody>
          <a:bodyPr>
            <a:normAutofit/>
          </a:bodyPr>
          <a:lstStyle/>
          <a:p>
            <a:pPr marL="0" indent="0">
              <a:spcAft>
                <a:spcPts val="1800"/>
              </a:spcAft>
              <a:buNone/>
            </a:pPr>
            <a:r>
              <a:rPr kumimoji="1" lang="ja-JP" altLang="en-US" sz="4400" dirty="0">
                <a:latin typeface="+mj-ea"/>
                <a:ea typeface="+mj-ea"/>
              </a:rPr>
              <a:t>モンテカルロ法</a:t>
            </a:r>
            <a:endParaRPr kumimoji="1" lang="en-US" altLang="ja-JP" sz="4400" dirty="0">
              <a:latin typeface="+mj-ea"/>
              <a:ea typeface="+mj-ea"/>
            </a:endParaRPr>
          </a:p>
          <a:p>
            <a:r>
              <a:rPr kumimoji="1" lang="ja-JP" altLang="en-US" sz="3200" dirty="0">
                <a:latin typeface="+mj-lt"/>
              </a:rPr>
              <a:t>ランダムに手を選択しながら，ゲームを何度も最後まで行い，その結果を利用する．</a:t>
            </a:r>
            <a:endParaRPr kumimoji="1" lang="en-US" altLang="ja-JP" sz="3200" dirty="0">
              <a:latin typeface="+mj-lt"/>
            </a:endParaRPr>
          </a:p>
          <a:p>
            <a:r>
              <a:rPr lang="ja-JP" altLang="en-US" sz="3200" dirty="0">
                <a:latin typeface="+mj-lt"/>
              </a:rPr>
              <a:t>網羅的に探索するわけではないので，ゲームの終盤では，ある程度効率よく実行できる．</a:t>
            </a:r>
            <a:endParaRPr lang="en-US" altLang="ja-JP" sz="3200" dirty="0">
              <a:latin typeface="+mj-lt"/>
            </a:endParaRPr>
          </a:p>
          <a:p>
            <a:pPr marL="0" indent="0">
              <a:spcBef>
                <a:spcPts val="3000"/>
              </a:spcBef>
              <a:spcAft>
                <a:spcPts val="1800"/>
              </a:spcAft>
              <a:buNone/>
            </a:pPr>
            <a:r>
              <a:rPr lang="ja-JP" altLang="en-US" sz="4400" dirty="0">
                <a:latin typeface="+mj-ea"/>
                <a:ea typeface="+mj-ea"/>
              </a:rPr>
              <a:t>ディープラーニング </a:t>
            </a:r>
            <a:r>
              <a:rPr lang="en-US" altLang="ja-JP" sz="4400" dirty="0">
                <a:latin typeface="+mj-ea"/>
                <a:ea typeface="+mj-ea"/>
              </a:rPr>
              <a:t>(</a:t>
            </a:r>
            <a:r>
              <a:rPr lang="ja-JP" altLang="en-US" sz="4400" dirty="0">
                <a:latin typeface="+mj-ea"/>
                <a:ea typeface="+mj-ea"/>
              </a:rPr>
              <a:t>深層学習</a:t>
            </a:r>
            <a:r>
              <a:rPr lang="en-US" altLang="ja-JP" sz="4400" dirty="0">
                <a:latin typeface="+mj-ea"/>
                <a:ea typeface="+mj-ea"/>
              </a:rPr>
              <a:t>)</a:t>
            </a:r>
          </a:p>
          <a:p>
            <a:r>
              <a:rPr lang="ja-JP" altLang="en-US" sz="3200" dirty="0"/>
              <a:t>大量の対戦のデータ</a:t>
            </a:r>
            <a:r>
              <a:rPr lang="en-US" altLang="ja-JP" sz="3200" dirty="0"/>
              <a:t>(</a:t>
            </a:r>
            <a:r>
              <a:rPr lang="ja-JP" altLang="en-US" sz="3200" dirty="0"/>
              <a:t>ビッグ・データ</a:t>
            </a:r>
            <a:r>
              <a:rPr lang="en-US" altLang="ja-JP" sz="3200" dirty="0"/>
              <a:t>)</a:t>
            </a:r>
            <a:r>
              <a:rPr lang="ja-JP" altLang="en-US" sz="3200" dirty="0"/>
              <a:t>から「学習」する．</a:t>
            </a:r>
            <a:endParaRPr lang="en-US" altLang="ja-JP" sz="3200" dirty="0"/>
          </a:p>
          <a:p>
            <a:r>
              <a:rPr kumimoji="1" lang="ja-JP" altLang="en-US" sz="3200" dirty="0"/>
              <a:t>神経細胞に似せた素子を多数用いて計算するのが特徴．</a:t>
            </a:r>
          </a:p>
        </p:txBody>
      </p:sp>
    </p:spTree>
    <p:extLst>
      <p:ext uri="{BB962C8B-B14F-4D97-AF65-F5344CB8AC3E}">
        <p14:creationId xmlns:p14="http://schemas.microsoft.com/office/powerpoint/2010/main" val="1603179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35D0C7-8060-40B4-BEE1-63AD2BC15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その他のゲーム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5A0DF2-81F9-473D-8B3D-FDF21B764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偶然に左右されるゲーム</a:t>
            </a:r>
            <a:endParaRPr kumimoji="1" lang="en-US" altLang="ja-JP" dirty="0"/>
          </a:p>
          <a:p>
            <a:pPr marL="811213" lvl="1" indent="-354013">
              <a:buFont typeface="游ゴシック" panose="020B0400000000000000" pitchFamily="50" charset="-128"/>
              <a:buChar char="‒"/>
            </a:pPr>
            <a:r>
              <a:rPr lang="ja-JP" altLang="en-US" sz="2800" dirty="0"/>
              <a:t>確率</a:t>
            </a:r>
            <a:r>
              <a:rPr lang="en-US" altLang="ja-JP" sz="2800" dirty="0"/>
              <a:t>(</a:t>
            </a:r>
            <a:r>
              <a:rPr lang="ja-JP" altLang="en-US" sz="2800" dirty="0"/>
              <a:t>またはその推定値</a:t>
            </a:r>
            <a:r>
              <a:rPr lang="en-US" altLang="ja-JP" sz="2800" dirty="0"/>
              <a:t>)</a:t>
            </a:r>
            <a:r>
              <a:rPr lang="ja-JP" altLang="en-US" sz="2800" dirty="0" err="1"/>
              <a:t>，</a:t>
            </a:r>
            <a:r>
              <a:rPr lang="ja-JP" altLang="en-US" sz="2800" dirty="0"/>
              <a:t>たとえば「勝てる」確率，評価値の期待値等を用いると，ミニ・マックス法と同じ考え方が利用できる．</a:t>
            </a:r>
            <a:endParaRPr lang="en-US" altLang="ja-JP" sz="2800" dirty="0"/>
          </a:p>
          <a:p>
            <a:pPr lvl="1"/>
            <a:endParaRPr kumimoji="1" lang="en-US" altLang="ja-JP" sz="2800" dirty="0"/>
          </a:p>
          <a:p>
            <a:r>
              <a:rPr lang="ja-JP" altLang="en-US" dirty="0"/>
              <a:t>一人ゲーム</a:t>
            </a:r>
            <a:r>
              <a:rPr lang="en-US" altLang="ja-JP" dirty="0"/>
              <a:t>(</a:t>
            </a:r>
            <a:r>
              <a:rPr lang="ja-JP" altLang="en-US" dirty="0"/>
              <a:t>パズルなど</a:t>
            </a:r>
            <a:r>
              <a:rPr lang="en-US" altLang="ja-JP" dirty="0"/>
              <a:t>)</a:t>
            </a:r>
            <a:r>
              <a:rPr lang="ja-JP" altLang="en-US" dirty="0"/>
              <a:t>やその他のゲーム</a:t>
            </a:r>
            <a:endParaRPr lang="en-US" altLang="ja-JP" dirty="0"/>
          </a:p>
          <a:p>
            <a:pPr marL="811213" lvl="1" indent="-354013">
              <a:buFont typeface="游ゴシック" panose="020B0400000000000000" pitchFamily="50" charset="-128"/>
              <a:buChar char="‒"/>
            </a:pPr>
            <a:r>
              <a:rPr lang="ja-JP" altLang="en-US" sz="2800" dirty="0"/>
              <a:t>選択肢と，その選択肢によって状態が変化する，という「形式化」ができれば，やはり状態を表す図</a:t>
            </a:r>
            <a:r>
              <a:rPr lang="en-US" altLang="ja-JP" sz="2800" dirty="0"/>
              <a:t>(</a:t>
            </a:r>
            <a:r>
              <a:rPr lang="ja-JP" altLang="en-US" sz="2800" dirty="0"/>
              <a:t>グラフ</a:t>
            </a:r>
            <a:r>
              <a:rPr lang="en-US" altLang="ja-JP" sz="2800" dirty="0"/>
              <a:t>)</a:t>
            </a:r>
            <a:r>
              <a:rPr lang="ja-JP" altLang="en-US" sz="2800" dirty="0"/>
              <a:t>を探索する問題に帰着できる．</a:t>
            </a:r>
          </a:p>
        </p:txBody>
      </p:sp>
    </p:spTree>
    <p:extLst>
      <p:ext uri="{BB962C8B-B14F-4D97-AF65-F5344CB8AC3E}">
        <p14:creationId xmlns:p14="http://schemas.microsoft.com/office/powerpoint/2010/main" val="1511736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1734</TotalTime>
  <Words>1905</Words>
  <Application>Microsoft Office PowerPoint</Application>
  <PresentationFormat>ワイド画面</PresentationFormat>
  <Paragraphs>351</Paragraphs>
  <Slides>26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26</vt:i4>
      </vt:variant>
      <vt:variant>
        <vt:lpstr>目的別スライド ショー</vt:lpstr>
      </vt:variant>
      <vt:variant>
        <vt:i4>1</vt:i4>
      </vt:variant>
    </vt:vector>
  </HeadingPairs>
  <TitlesOfParts>
    <vt:vector size="32" baseType="lpstr">
      <vt:lpstr>ＭＳ Ｐゴシック</vt:lpstr>
      <vt:lpstr>游ゴシック</vt:lpstr>
      <vt:lpstr>Arial</vt:lpstr>
      <vt:lpstr>游ゴシック Light</vt:lpstr>
      <vt:lpstr>Office テーマ</vt:lpstr>
      <vt:lpstr>ゲーム木（グラフ）の探索</vt:lpstr>
      <vt:lpstr>完全情報二人ゼロ和ゲーム</vt:lpstr>
      <vt:lpstr>（例）山崩しゲーム</vt:lpstr>
      <vt:lpstr>局面（状態）の表現・選択肢の表現</vt:lpstr>
      <vt:lpstr>ゲームの木/グラフ</vt:lpstr>
      <vt:lpstr>ゲームの木/グラフ</vt:lpstr>
      <vt:lpstr>ゲームの木/グラフ</vt:lpstr>
      <vt:lpstr>成功の状態/失敗の状態</vt:lpstr>
      <vt:lpstr>ゲームの木/グラフ</vt:lpstr>
      <vt:lpstr>成功の状態/失敗の状態</vt:lpstr>
      <vt:lpstr>成功の状態/失敗の状態</vt:lpstr>
      <vt:lpstr>成功の状態/失敗の状態</vt:lpstr>
      <vt:lpstr>成功の状態/失敗の状態</vt:lpstr>
      <vt:lpstr>成功の状態/失敗の状態</vt:lpstr>
      <vt:lpstr>成功部分グラフ</vt:lpstr>
      <vt:lpstr>完全無欠のプレイヤー?!</vt:lpstr>
      <vt:lpstr>(静的) 評価値</vt:lpstr>
      <vt:lpstr>ミニマックス(minimax)法</vt:lpstr>
      <vt:lpstr>ミニマックス(minimax)法</vt:lpstr>
      <vt:lpstr>α-β法（minimax法における枝刈り手法）</vt:lpstr>
      <vt:lpstr>α-β法（minimax法における枝刈り手法）</vt:lpstr>
      <vt:lpstr>α-β法（minimax法における枝刈り手法）</vt:lpstr>
      <vt:lpstr>α-β法（minimax法における枝刈り手法）</vt:lpstr>
      <vt:lpstr>ミニ・マックス法の問題</vt:lpstr>
      <vt:lpstr>PowerPoint プレゼンテーション</vt:lpstr>
      <vt:lpstr>その他のゲーム</vt:lpstr>
      <vt:lpstr>印刷用</vt:lpstr>
    </vt:vector>
  </TitlesOfParts>
  <Company>神戸女学院大学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人工知能入門 ～ゲームをするプログラム～</dc:title>
  <dc:creator>miura</dc:creator>
  <cp:lastModifiedBy>三浦 欽也@明石高専</cp:lastModifiedBy>
  <cp:revision>128</cp:revision>
  <dcterms:created xsi:type="dcterms:W3CDTF">2018-06-15T19:47:44Z</dcterms:created>
  <dcterms:modified xsi:type="dcterms:W3CDTF">2022-05-14T04:04:57Z</dcterms:modified>
</cp:coreProperties>
</file>